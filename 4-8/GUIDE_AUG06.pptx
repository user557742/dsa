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4630400" cy="82296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Cambria Math" panose="02040503050406030204" pitchFamily="18" charset="0"/>
      <p:regular r:id="rId24"/>
    </p:embeddedFont>
    <p:embeddedFont>
      <p:font typeface="LMHMono" panose="02000009000000000000" pitchFamily="49" charset="0"/>
      <p:regular r:id="rId25"/>
      <p:bold r:id="rId26"/>
    </p:embeddedFont>
    <p:embeddedFont>
      <p:font typeface="Wingdings 2" panose="05020102010507070707" pitchFamily="18" charset="2"/>
      <p:regular r:id="rId27"/>
    </p:embeddedFont>
  </p:embeddedFontLst>
  <p:defaultTextStyle>
    <a:defPPr>
      <a:defRPr lang="en-US"/>
    </a:defPPr>
    <a:lvl1pPr marL="0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1pPr>
    <a:lvl2pPr marL="703312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2pPr>
    <a:lvl3pPr marL="1406626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3pPr>
    <a:lvl4pPr marL="2109938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4pPr>
    <a:lvl5pPr marL="2813250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5pPr>
    <a:lvl6pPr marL="3516563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6pPr>
    <a:lvl7pPr marL="4219875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7pPr>
    <a:lvl8pPr marL="4923189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8pPr>
    <a:lvl9pPr marL="5626501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9EE"/>
    <a:srgbClr val="8F8F8F"/>
    <a:srgbClr val="D2EAFF"/>
    <a:srgbClr val="DAE9FD"/>
    <a:srgbClr val="DDE9F8"/>
    <a:srgbClr val="ECF3FD"/>
    <a:srgbClr val="D9D9F8"/>
    <a:srgbClr val="A0FAFF"/>
    <a:srgbClr val="8FDAF8"/>
    <a:srgbClr val="00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237" autoAdjust="0"/>
  </p:normalViewPr>
  <p:slideViewPr>
    <p:cSldViewPr showGuides="1">
      <p:cViewPr varScale="1">
        <p:scale>
          <a:sx n="89" d="100"/>
          <a:sy n="89" d="100"/>
        </p:scale>
        <p:origin x="672" y="138"/>
      </p:cViewPr>
      <p:guideLst>
        <p:guide orient="horz" pos="2592"/>
        <p:guide pos="4607"/>
      </p:guideLst>
    </p:cSldViewPr>
  </p:slideViewPr>
  <p:outlineViewPr>
    <p:cViewPr>
      <p:scale>
        <a:sx n="33" d="100"/>
        <a:sy n="33" d="100"/>
      </p:scale>
      <p:origin x="54" y="431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042" y="108"/>
      </p:cViewPr>
      <p:guideLst>
        <p:guide orient="horz" pos="2880"/>
        <p:guide pos="2160"/>
      </p:guideLst>
    </p:cSldViewPr>
  </p:notesViewPr>
  <p:gridSpacing cx="182880" cy="1828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1477A-4928-4EAF-BAF6-FC5CBD13F3ED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8563A-D925-434C-8B0F-8A36681C51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887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E02D6-5BA0-4215-B18E-4735FEBDC54A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20040" y="4343400"/>
            <a:ext cx="621792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4"/>
            <a:r>
              <a:rPr lang="en-US"/>
              <a:t>	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34596-5CDF-4DF5-B9FD-476658F3C0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39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6pPr>
    <a:lvl7pPr marL="4219875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7pPr>
    <a:lvl8pPr marL="4923189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8pPr>
    <a:lvl9pPr marL="5626501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18" Type="http://schemas.openxmlformats.org/officeDocument/2006/relationships/image" Target="../media/image3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19" Type="http://schemas.openxmlformats.org/officeDocument/2006/relationships/image" Target="../media/image36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41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4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"/>
          <p:cNvSpPr txBox="1"/>
          <p:nvPr userDrawn="1"/>
        </p:nvSpPr>
        <p:spPr>
          <a:xfrm>
            <a:off x="182880" y="0"/>
            <a:ext cx="7132320" cy="4572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l"/>
            <a:fld id="{DBEB7524-EC6D-491F-A07B-804800E7BF37}" type="datetime2">
              <a:rPr lang="en-US" sz="2400" b="0" cap="none" spc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LMHMono" panose="02000009000000000000" pitchFamily="49" charset="0"/>
                <a:ea typeface="LMHMono" panose="02000009000000000000" pitchFamily="49" charset="0"/>
              </a:rPr>
              <a:pPr algn="l"/>
              <a:t>Wednesday, August 6, 2025</a:t>
            </a:fld>
            <a:r>
              <a:rPr lang="en-US" sz="2400" b="0" cap="none" spc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LMHMono" panose="02000009000000000000" pitchFamily="49" charset="0"/>
                <a:ea typeface="LMHMono" panose="02000009000000000000" pitchFamily="49" charset="0"/>
              </a:rPr>
              <a:t> </a:t>
            </a:r>
            <a:r>
              <a:rPr lang="en-US" sz="2400" b="0" cap="none" spc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LMHMono" panose="02000009000000000000" pitchFamily="49" charset="0"/>
                <a:ea typeface="LMHMono" panose="02000009000000000000" pitchFamily="49" charset="0"/>
                <a:sym typeface="Wingdings"/>
              </a:rPr>
              <a:t> </a:t>
            </a:r>
            <a:fld id="{A37BF563-C004-4A0D-B2CB-D8C8CA8375EC}" type="datetime13">
              <a:rPr lang="en-US" sz="2400" b="0" cap="none" spc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LMHMono" panose="02000009000000000000" pitchFamily="49" charset="0"/>
                <a:ea typeface="LMHMono" panose="02000009000000000000" pitchFamily="49" charset="0"/>
              </a:rPr>
              <a:pPr algn="l"/>
              <a:t>7:57:33 PM</a:t>
            </a:fld>
            <a:endParaRPr lang="en-US" sz="2400" b="0" cap="none" spc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LMHMono" panose="02000009000000000000" pitchFamily="49" charset="0"/>
              <a:ea typeface="LMHMono" panose="02000009000000000000" pitchFamily="49" charset="0"/>
            </a:endParaRPr>
          </a:p>
        </p:txBody>
      </p:sp>
      <p:sp>
        <p:nvSpPr>
          <p:cNvPr id="9" name="Copyright"/>
          <p:cNvSpPr/>
          <p:nvPr userDrawn="1"/>
        </p:nvSpPr>
        <p:spPr>
          <a:xfrm>
            <a:off x="914400" y="7589520"/>
            <a:ext cx="5486400" cy="36576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sz="2400" baseline="0">
                <a:solidFill>
                  <a:srgbClr val="B22222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© Lê Minh Hoàng. All Rights Reserved.</a:t>
            </a:r>
          </a:p>
        </p:txBody>
      </p:sp>
      <p:pic>
        <p:nvPicPr>
          <p:cNvPr id="3" name="Galaxy">
            <a:extLst>
              <a:ext uri="{FF2B5EF4-FFF2-40B4-BE49-F238E27FC236}">
                <a16:creationId xmlns:a16="http://schemas.microsoft.com/office/drawing/2014/main" id="{1209A7E0-F952-3F7E-4E23-B2AEE0815C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099173" y="624871"/>
            <a:ext cx="1463040" cy="1463040"/>
          </a:xfrm>
          <a:prstGeom prst="rect">
            <a:avLst/>
          </a:prstGeom>
        </p:spPr>
      </p:pic>
      <p:pic>
        <p:nvPicPr>
          <p:cNvPr id="4" name="Wave">
            <a:extLst>
              <a:ext uri="{FF2B5EF4-FFF2-40B4-BE49-F238E27FC236}">
                <a16:creationId xmlns:a16="http://schemas.microsoft.com/office/drawing/2014/main" id="{EEE2B42F-1418-96DF-BF45-FEE4089073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099173" y="2453651"/>
            <a:ext cx="1463040" cy="1463040"/>
          </a:xfrm>
          <a:prstGeom prst="rect">
            <a:avLst/>
          </a:prstGeom>
        </p:spPr>
      </p:pic>
      <p:pic>
        <p:nvPicPr>
          <p:cNvPr id="6" name="Star">
            <a:extLst>
              <a:ext uri="{FF2B5EF4-FFF2-40B4-BE49-F238E27FC236}">
                <a16:creationId xmlns:a16="http://schemas.microsoft.com/office/drawing/2014/main" id="{8BD28C2B-07DE-5E5C-8443-AA686B1700E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7099173" y="4282431"/>
            <a:ext cx="1463040" cy="1463040"/>
          </a:xfrm>
          <a:prstGeom prst="rect">
            <a:avLst/>
          </a:prstGeom>
        </p:spPr>
      </p:pic>
      <p:pic>
        <p:nvPicPr>
          <p:cNvPr id="7" name="WaveIn">
            <a:extLst>
              <a:ext uri="{FF2B5EF4-FFF2-40B4-BE49-F238E27FC236}">
                <a16:creationId xmlns:a16="http://schemas.microsoft.com/office/drawing/2014/main" id="{0613ADDB-9A07-0E6F-DB51-045A8EA5659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7099173" y="6111211"/>
            <a:ext cx="1463040" cy="1463040"/>
          </a:xfrm>
          <a:prstGeom prst="rect">
            <a:avLst/>
          </a:prstGeom>
        </p:spPr>
      </p:pic>
      <p:pic>
        <p:nvPicPr>
          <p:cNvPr id="10" name="Flower">
            <a:extLst>
              <a:ext uri="{FF2B5EF4-FFF2-40B4-BE49-F238E27FC236}">
                <a16:creationId xmlns:a16="http://schemas.microsoft.com/office/drawing/2014/main" id="{E37A5AA7-233B-90E8-4993-A812CAB1A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3167360" y="0"/>
            <a:ext cx="1463040" cy="1463040"/>
          </a:xfrm>
          <a:prstGeom prst="rect">
            <a:avLst/>
          </a:prstGeom>
          <a:effectLst/>
        </p:spPr>
      </p:pic>
      <p:pic>
        <p:nvPicPr>
          <p:cNvPr id="11" name="Spiral">
            <a:extLst>
              <a:ext uri="{FF2B5EF4-FFF2-40B4-BE49-F238E27FC236}">
                <a16:creationId xmlns:a16="http://schemas.microsoft.com/office/drawing/2014/main" id="{7A8B9A1E-DE88-541D-C9B3-4FA022084E7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3167360" y="0"/>
            <a:ext cx="1463040" cy="1463040"/>
          </a:xfrm>
          <a:prstGeom prst="rect">
            <a:avLst/>
          </a:prstGeom>
        </p:spPr>
      </p:pic>
      <p:pic>
        <p:nvPicPr>
          <p:cNvPr id="18" name="©">
            <a:extLst>
              <a:ext uri="{FF2B5EF4-FFF2-40B4-BE49-F238E27FC236}">
                <a16:creationId xmlns:a16="http://schemas.microsoft.com/office/drawing/2014/main" id="{F6BDE3BF-0865-4021-9B4F-6E5A9E86721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464831" y="-15209"/>
            <a:ext cx="731520" cy="346154"/>
          </a:xfrm>
          <a:prstGeom prst="rect">
            <a:avLst/>
          </a:prstGeom>
        </p:spPr>
      </p:pic>
      <p:sp>
        <p:nvSpPr>
          <p:cNvPr id="12" name="Content">
            <a:extLst>
              <a:ext uri="{FF2B5EF4-FFF2-40B4-BE49-F238E27FC236}">
                <a16:creationId xmlns:a16="http://schemas.microsoft.com/office/drawing/2014/main" id="{489FB5FB-F71A-EEF9-0875-345D545154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736723"/>
            <a:ext cx="12801600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12801600" cy="1280160"/>
          </a:xfrm>
          <a:blipFill dpi="0" rotWithShape="1"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baseline="0">
                <a:sym typeface="Wingdings" panose="05000000000000000000" pitchFamily="2" charset="2"/>
              </a:defRPr>
            </a:lvl1pPr>
          </a:lstStyle>
          <a:p>
            <a:r>
              <a:rPr lang="en-US"/>
              <a:t></a:t>
            </a:r>
          </a:p>
        </p:txBody>
      </p:sp>
    </p:spTree>
    <p:extLst>
      <p:ext uri="{BB962C8B-B14F-4D97-AF65-F5344CB8AC3E}">
        <p14:creationId xmlns:p14="http://schemas.microsoft.com/office/powerpoint/2010/main" val="94607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34568E-6 L -0.26877 -0.07581 " pathEditMode="relative" rAng="0" ptsTypes="AA">
                                      <p:cBhvr>
                                        <p:cTn id="15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44" y="-38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23457E-7 L -0.26877 -0.29803 " pathEditMode="relative" rAng="0" ptsTypes="AA">
                                      <p:cBhvr>
                                        <p:cTn id="17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44" y="-1491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09877E-6 L -0.26877 -0.52025 " pathEditMode="relative" rAng="0" ptsTypes="AA">
                                      <p:cBhvr>
                                        <p:cTn id="19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44" y="-2602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32099E-6 L -0.26877 -0.74247 " pathEditMode="relative" rAng="0" ptsTypes="AA">
                                      <p:cBhvr>
                                        <p:cTn id="21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44" y="-371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"/>
                            </p:stCondLst>
                            <p:childTnLst>
                              <p:par>
                                <p:cTn id="2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6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600"/>
                            </p:stCondLst>
                            <p:childTnLst>
                              <p:par>
                                <p:cTn id="3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600"/>
                            </p:stCondLst>
                            <p:childTnLst>
                              <p:par>
                                <p:cTn id="46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600"/>
                            </p:stCondLst>
                            <p:childTnLst>
                              <p:par>
                                <p:cTn id="58" presetID="8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6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1" dur="4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600"/>
                            </p:stCondLst>
                            <p:childTnLst>
                              <p:par>
                                <p:cTn id="74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12801600" cy="1280160"/>
          </a:xfr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baseline="0">
                <a:sym typeface="Wingdings" panose="05000000000000000000" pitchFamily="2" charset="2"/>
              </a:defRPr>
            </a:lvl1pPr>
          </a:lstStyle>
          <a:p>
            <a:r>
              <a:rPr lang="en-US"/>
              <a:t>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0" hasCustomPrompt="1"/>
          </p:nvPr>
        </p:nvSpPr>
        <p:spPr>
          <a:xfrm>
            <a:off x="914400" y="1737360"/>
            <a:ext cx="12801600" cy="566928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  <a:lvl5pPr>
              <a:defRPr/>
            </a:lvl5pPr>
          </a:lstStyle>
          <a:p>
            <a:pPr lvl="0"/>
            <a:r>
              <a:rPr lang="en-US"/>
              <a:t></a:t>
            </a:r>
          </a:p>
        </p:txBody>
      </p:sp>
    </p:spTree>
    <p:extLst>
      <p:ext uri="{BB962C8B-B14F-4D97-AF65-F5344CB8AC3E}">
        <p14:creationId xmlns:p14="http://schemas.microsoft.com/office/powerpoint/2010/main" val="146857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 hasCustomPrompt="1"/>
          </p:nvPr>
        </p:nvSpPr>
        <p:spPr>
          <a:xfrm>
            <a:off x="182880" y="1371600"/>
            <a:ext cx="14264640" cy="585216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>
                <a:sym typeface="Wingdings" panose="05000000000000000000" pitchFamily="2" charset="2"/>
              </a:rPr>
              <a:t></a:t>
            </a:r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ourceCode">
            <a:extLst>
              <a:ext uri="{FF2B5EF4-FFF2-40B4-BE49-F238E27FC236}">
                <a16:creationId xmlns:a16="http://schemas.microsoft.com/office/drawing/2014/main" id="{B5AA3A77-7724-910B-07ED-0F9F43F292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/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ym typeface="Wingdings" panose="05000000000000000000" pitchFamily="2" charset="2"/>
              </a:defRPr>
            </a:lvl1pPr>
          </a:lstStyle>
          <a:p>
            <a:r>
              <a:rPr lang="en-US"/>
              <a:t>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Number">
            <a:extLst>
              <a:ext uri="{FF2B5EF4-FFF2-40B4-BE49-F238E27FC236}">
                <a16:creationId xmlns:a16="http://schemas.microsoft.com/office/drawing/2014/main" id="{0074B7DD-7046-9815-E9B8-09855D4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533120" y="7223760"/>
            <a:ext cx="914400" cy="914400"/>
          </a:xfrm>
        </p:spPr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ight">
            <a:extLst>
              <a:ext uri="{FF2B5EF4-FFF2-40B4-BE49-F238E27FC236}">
                <a16:creationId xmlns:a16="http://schemas.microsoft.com/office/drawing/2014/main" id="{BD21A854-FDF6-69A6-15B5-43CDA6B194E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06639" y="1371630"/>
            <a:ext cx="7040880" cy="585213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2958" y="1371630"/>
            <a:ext cx="7040880" cy="585213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6FC0B18-E270-FD20-059E-5E7B81597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</a:t>
            </a:r>
          </a:p>
        </p:txBody>
      </p:sp>
    </p:spTree>
    <p:extLst>
      <p:ext uri="{BB962C8B-B14F-4D97-AF65-F5344CB8AC3E}">
        <p14:creationId xmlns:p14="http://schemas.microsoft.com/office/powerpoint/2010/main" val="345284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CC_Indepen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>
            <a:extLst>
              <a:ext uri="{FF2B5EF4-FFF2-40B4-BE49-F238E27FC236}">
                <a16:creationId xmlns:a16="http://schemas.microsoft.com/office/drawing/2014/main" id="{93A68911-1388-79C6-8536-50E32D965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33120" y="7223760"/>
            <a:ext cx="914400" cy="914400"/>
          </a:xfrm>
        </p:spPr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AE52CFF4-909A-2743-77A9-9C605E38E3A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06639" y="1371630"/>
            <a:ext cx="7040880" cy="585213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7" name="Left">
            <a:extLst>
              <a:ext uri="{FF2B5EF4-FFF2-40B4-BE49-F238E27FC236}">
                <a16:creationId xmlns:a16="http://schemas.microsoft.com/office/drawing/2014/main" id="{B0C77F4A-C453-B0A9-CFE3-289D2AE23B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82958" y="1371630"/>
            <a:ext cx="7040880" cy="585213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923E35-7868-D1A3-CC5A-F268EA23F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</a:t>
            </a:r>
          </a:p>
        </p:txBody>
      </p:sp>
    </p:spTree>
    <p:extLst>
      <p:ext uri="{BB962C8B-B14F-4D97-AF65-F5344CB8AC3E}">
        <p14:creationId xmlns:p14="http://schemas.microsoft.com/office/powerpoint/2010/main" val="381350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>
            <a:extLst>
              <a:ext uri="{FF2B5EF4-FFF2-40B4-BE49-F238E27FC236}">
                <a16:creationId xmlns:a16="http://schemas.microsoft.com/office/drawing/2014/main" id="{93A68911-1388-79C6-8536-50E32D965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33120" y="7223760"/>
            <a:ext cx="914400" cy="914400"/>
          </a:xfrm>
        </p:spPr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AE52CFF4-909A-2743-77A9-9C605E38E3A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06639" y="1371630"/>
            <a:ext cx="7040880" cy="585213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7" name="Left">
            <a:extLst>
              <a:ext uri="{FF2B5EF4-FFF2-40B4-BE49-F238E27FC236}">
                <a16:creationId xmlns:a16="http://schemas.microsoft.com/office/drawing/2014/main" id="{B0C77F4A-C453-B0A9-CFE3-289D2AE23B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82958" y="1371630"/>
            <a:ext cx="7040880" cy="585213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923E35-7868-D1A3-CC5A-F268EA23F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</a:t>
            </a:r>
          </a:p>
        </p:txBody>
      </p:sp>
    </p:spTree>
    <p:extLst>
      <p:ext uri="{BB962C8B-B14F-4D97-AF65-F5344CB8AC3E}">
        <p14:creationId xmlns:p14="http://schemas.microsoft.com/office/powerpoint/2010/main" val="384519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>
            <a:extLst>
              <a:ext uri="{FF2B5EF4-FFF2-40B4-BE49-F238E27FC236}">
                <a16:creationId xmlns:a16="http://schemas.microsoft.com/office/drawing/2014/main" id="{93A68911-1388-79C6-8536-50E32D965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33120" y="7223760"/>
            <a:ext cx="914400" cy="914400"/>
          </a:xfrm>
        </p:spPr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AE52CFF4-909A-2743-77A9-9C605E38E3A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06639" y="1371630"/>
            <a:ext cx="7040880" cy="585213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7" name="Left">
            <a:extLst>
              <a:ext uri="{FF2B5EF4-FFF2-40B4-BE49-F238E27FC236}">
                <a16:creationId xmlns:a16="http://schemas.microsoft.com/office/drawing/2014/main" id="{B0C77F4A-C453-B0A9-CFE3-289D2AE23B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82958" y="1371630"/>
            <a:ext cx="7040880" cy="5852130"/>
          </a:xfrm>
        </p:spPr>
        <p:txBody>
          <a:bodyPr wrap="none" lIns="182880" rIns="18288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923E35-7868-D1A3-CC5A-F268EA23F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</a:t>
            </a:r>
          </a:p>
        </p:txBody>
      </p:sp>
    </p:spTree>
    <p:extLst>
      <p:ext uri="{BB962C8B-B14F-4D97-AF65-F5344CB8AC3E}">
        <p14:creationId xmlns:p14="http://schemas.microsoft.com/office/powerpoint/2010/main" val="101136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Number">
            <a:extLst>
              <a:ext uri="{FF2B5EF4-FFF2-40B4-BE49-F238E27FC236}">
                <a16:creationId xmlns:a16="http://schemas.microsoft.com/office/drawing/2014/main" id="{0074B7DD-7046-9815-E9B8-09855D4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ight">
            <a:extLst>
              <a:ext uri="{FF2B5EF4-FFF2-40B4-BE49-F238E27FC236}">
                <a16:creationId xmlns:a16="http://schemas.microsoft.com/office/drawing/2014/main" id="{BD21A854-FDF6-69A6-15B5-43CDA6B194E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06639" y="1371630"/>
            <a:ext cx="7040880" cy="585213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2958" y="1371630"/>
            <a:ext cx="7040880" cy="585213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6FC0B18-E270-FD20-059E-5E7B81597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</a:t>
            </a:r>
          </a:p>
        </p:txBody>
      </p:sp>
    </p:spTree>
    <p:extLst>
      <p:ext uri="{BB962C8B-B14F-4D97-AF65-F5344CB8AC3E}">
        <p14:creationId xmlns:p14="http://schemas.microsoft.com/office/powerpoint/2010/main" val="31909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SS_Indepen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>
            <a:extLst>
              <a:ext uri="{FF2B5EF4-FFF2-40B4-BE49-F238E27FC236}">
                <a16:creationId xmlns:a16="http://schemas.microsoft.com/office/drawing/2014/main" id="{2DD377AA-3EB4-7445-0539-42DA464371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r>
              <a:rPr lang="en-US"/>
              <a:t>\</a:t>
            </a:r>
          </a:p>
        </p:txBody>
      </p:sp>
      <p:sp>
        <p:nvSpPr>
          <p:cNvPr id="13" name="Left">
            <a:extLst>
              <a:ext uri="{FF2B5EF4-FFF2-40B4-BE49-F238E27FC236}">
                <a16:creationId xmlns:a16="http://schemas.microsoft.com/office/drawing/2014/main" id="{69BDA572-EE16-6D9F-93D1-C125777B2E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958" y="1371630"/>
            <a:ext cx="7040880" cy="585213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15" name="Right">
            <a:extLst>
              <a:ext uri="{FF2B5EF4-FFF2-40B4-BE49-F238E27FC236}">
                <a16:creationId xmlns:a16="http://schemas.microsoft.com/office/drawing/2014/main" id="{D4B15B81-1AEC-61F1-2FF4-EF9A72850A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06639" y="1371630"/>
            <a:ext cx="7040880" cy="585213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0E33240-E0E8-F6D6-325C-60B9581CF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</a:t>
            </a:r>
          </a:p>
        </p:txBody>
      </p:sp>
    </p:spTree>
    <p:extLst>
      <p:ext uri="{BB962C8B-B14F-4D97-AF65-F5344CB8AC3E}">
        <p14:creationId xmlns:p14="http://schemas.microsoft.com/office/powerpoint/2010/main" val="723085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 2" panose="05020102010507070707" pitchFamily="18" charset="2"/>
              </a:defRPr>
            </a:lvl1pPr>
          </a:lstStyle>
          <a:p>
            <a:r>
              <a:rPr lang="en-US"/>
              <a:t></a:t>
            </a:r>
          </a:p>
        </p:txBody>
      </p:sp>
      <p:sp>
        <p:nvSpPr>
          <p:cNvPr id="6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1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/>
          <p:cNvSpPr>
            <a:spLocks noGrp="1"/>
          </p:cNvSpPr>
          <p:nvPr>
            <p:ph idx="1" hasCustomPrompt="1"/>
          </p:nvPr>
        </p:nvSpPr>
        <p:spPr>
          <a:xfrm>
            <a:off x="182880" y="91440"/>
            <a:ext cx="14264640" cy="713232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</a:t>
            </a:r>
            <a:endParaRPr lang="en-US" dirty="0"/>
          </a:p>
        </p:txBody>
      </p:sp>
      <p:sp>
        <p:nvSpPr>
          <p:cNvPr id="6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ourceCode">
            <a:extLst>
              <a:ext uri="{FF2B5EF4-FFF2-40B4-BE49-F238E27FC236}">
                <a16:creationId xmlns:a16="http://schemas.microsoft.com/office/drawing/2014/main" id="{9437DB8B-BE66-0DD2-E7DE-9800598D4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" y="91440"/>
            <a:ext cx="14264640" cy="713232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 ⇶ 🗐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C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">
            <a:extLst>
              <a:ext uri="{FF2B5EF4-FFF2-40B4-BE49-F238E27FC236}">
                <a16:creationId xmlns:a16="http://schemas.microsoft.com/office/drawing/2014/main" id="{BD21A854-FDF6-69A6-15B5-43CDA6B194E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06639" y="91484"/>
            <a:ext cx="7040880" cy="713232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2883" y="91440"/>
            <a:ext cx="7040880" cy="7132320"/>
          </a:xfrm>
        </p:spPr>
        <p:txBody>
          <a:bodyPr wrap="square"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7" name="SlideNumber">
            <a:extLst>
              <a:ext uri="{FF2B5EF4-FFF2-40B4-BE49-F238E27FC236}">
                <a16:creationId xmlns:a16="http://schemas.microsoft.com/office/drawing/2014/main" id="{0074B7DD-7046-9815-E9B8-09855D4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6FC0B18-E270-FD20-059E-5E7B81597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3888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_Independ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Number">
            <a:extLst>
              <a:ext uri="{FF2B5EF4-FFF2-40B4-BE49-F238E27FC236}">
                <a16:creationId xmlns:a16="http://schemas.microsoft.com/office/drawing/2014/main" id="{0074B7DD-7046-9815-E9B8-09855D4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23FF0F5-665D-0D25-798C-2E1F0D7EAA4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406639" y="91484"/>
            <a:ext cx="7040880" cy="7132320"/>
          </a:xfrm>
        </p:spPr>
        <p:txBody>
          <a:bodyPr wrap="square"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2883" y="91440"/>
            <a:ext cx="7040880" cy="7132320"/>
          </a:xfrm>
        </p:spPr>
        <p:txBody>
          <a:bodyPr wrap="square"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</p:spTree>
    <p:extLst>
      <p:ext uri="{BB962C8B-B14F-4D97-AF65-F5344CB8AC3E}">
        <p14:creationId xmlns:p14="http://schemas.microsoft.com/office/powerpoint/2010/main" val="921307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Number">
            <a:extLst>
              <a:ext uri="{FF2B5EF4-FFF2-40B4-BE49-F238E27FC236}">
                <a16:creationId xmlns:a16="http://schemas.microsoft.com/office/drawing/2014/main" id="{9D488017-72CF-FABE-70B5-74929CF2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533052" y="7223726"/>
            <a:ext cx="914400" cy="914400"/>
          </a:xfrm>
        </p:spPr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6546F2A1-8537-64CF-6235-B1D981B934D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06639" y="91484"/>
            <a:ext cx="7040880" cy="713232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6" name="Left">
            <a:extLst>
              <a:ext uri="{FF2B5EF4-FFF2-40B4-BE49-F238E27FC236}">
                <a16:creationId xmlns:a16="http://schemas.microsoft.com/office/drawing/2014/main" id="{946DE925-7931-F44E-3011-26EFC9EA052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958" y="91484"/>
            <a:ext cx="7040880" cy="713232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</p:spTree>
    <p:extLst>
      <p:ext uri="{BB962C8B-B14F-4D97-AF65-F5344CB8AC3E}">
        <p14:creationId xmlns:p14="http://schemas.microsoft.com/office/powerpoint/2010/main" val="4034707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Number">
            <a:extLst>
              <a:ext uri="{FF2B5EF4-FFF2-40B4-BE49-F238E27FC236}">
                <a16:creationId xmlns:a16="http://schemas.microsoft.com/office/drawing/2014/main" id="{0074B7DD-7046-9815-E9B8-09855D4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23FF0F5-665D-0D25-798C-2E1F0D7EAA4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406639" y="91484"/>
            <a:ext cx="7040880" cy="7132320"/>
          </a:xfrm>
        </p:spPr>
        <p:txBody>
          <a:bodyPr wrap="square"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2883" y="91440"/>
            <a:ext cx="7040880" cy="713232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 ⇶ 🗐</a:t>
            </a:r>
          </a:p>
        </p:txBody>
      </p:sp>
    </p:spTree>
    <p:extLst>
      <p:ext uri="{BB962C8B-B14F-4D97-AF65-F5344CB8AC3E}">
        <p14:creationId xmlns:p14="http://schemas.microsoft.com/office/powerpoint/2010/main" val="136746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Number">
            <a:extLst>
              <a:ext uri="{FF2B5EF4-FFF2-40B4-BE49-F238E27FC236}">
                <a16:creationId xmlns:a16="http://schemas.microsoft.com/office/drawing/2014/main" id="{0074B7DD-7046-9815-E9B8-09855D4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ight">
            <a:extLst>
              <a:ext uri="{FF2B5EF4-FFF2-40B4-BE49-F238E27FC236}">
                <a16:creationId xmlns:a16="http://schemas.microsoft.com/office/drawing/2014/main" id="{BD21A854-FDF6-69A6-15B5-43CDA6B194E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06639" y="91484"/>
            <a:ext cx="7040880" cy="713232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2883" y="91440"/>
            <a:ext cx="7040880" cy="713232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6FC0B18-E270-FD20-059E-5E7B81597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0452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S_Independ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Number">
            <a:extLst>
              <a:ext uri="{FF2B5EF4-FFF2-40B4-BE49-F238E27FC236}">
                <a16:creationId xmlns:a16="http://schemas.microsoft.com/office/drawing/2014/main" id="{0074B7DD-7046-9815-E9B8-09855D4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8015-928C-4F68-B000-678EDF95D7E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2883" y="91440"/>
            <a:ext cx="7040880" cy="713232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</a:lstStyle>
          <a:p>
            <a:pPr lvl="0"/>
            <a:r>
              <a:rPr lang="en-US"/>
              <a:t>💻 ⇶ 🗐</a:t>
            </a:r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23FF0F5-665D-0D25-798C-2E1F0D7EAA4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406639" y="91484"/>
            <a:ext cx="7040880" cy="713232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</a:lstStyle>
          <a:p>
            <a:pPr lvl="0"/>
            <a:r>
              <a:rPr lang="en-US"/>
              <a:t>💻 ⇶ 🗐</a:t>
            </a:r>
          </a:p>
        </p:txBody>
      </p:sp>
    </p:spTree>
    <p:extLst>
      <p:ext uri="{BB962C8B-B14F-4D97-AF65-F5344CB8AC3E}">
        <p14:creationId xmlns:p14="http://schemas.microsoft.com/office/powerpoint/2010/main" val="1830501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ight"/>
          <p:cNvSpPr>
            <a:spLocks noGrp="1"/>
          </p:cNvSpPr>
          <p:nvPr>
            <p:ph sz="quarter" idx="4" hasCustomPrompt="1"/>
          </p:nvPr>
        </p:nvSpPr>
        <p:spPr>
          <a:xfrm>
            <a:off x="7315200" y="2103142"/>
            <a:ext cx="7132320" cy="5120617"/>
          </a:xfrm>
        </p:spPr>
        <p:txBody>
          <a:bodyPr/>
          <a:lstStyle>
            <a:lvl1pPr>
              <a:defRPr sz="3800">
                <a:sym typeface="Wingdings" panose="05000000000000000000" pitchFamily="2" charset="2"/>
              </a:defRPr>
            </a:lvl1pPr>
            <a:lvl2pPr>
              <a:defRPr sz="3200"/>
            </a:lvl2pPr>
            <a:lvl3pPr>
              <a:defRPr sz="289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</a:t>
            </a:r>
          </a:p>
        </p:txBody>
      </p:sp>
      <p:sp>
        <p:nvSpPr>
          <p:cNvPr id="4" name="Left"/>
          <p:cNvSpPr>
            <a:spLocks noGrp="1"/>
          </p:cNvSpPr>
          <p:nvPr>
            <p:ph sz="half" idx="2" hasCustomPrompt="1"/>
          </p:nvPr>
        </p:nvSpPr>
        <p:spPr>
          <a:xfrm>
            <a:off x="182880" y="2103142"/>
            <a:ext cx="7132320" cy="5120618"/>
          </a:xfrm>
        </p:spPr>
        <p:txBody>
          <a:bodyPr/>
          <a:lstStyle>
            <a:lvl1pPr>
              <a:defRPr sz="3800">
                <a:sym typeface="Wingdings" panose="05000000000000000000" pitchFamily="2" charset="2"/>
              </a:defRPr>
            </a:lvl1pPr>
            <a:lvl2pPr>
              <a:defRPr sz="3200"/>
            </a:lvl2pPr>
            <a:lvl3pPr>
              <a:defRPr sz="289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5" name="RightCaption"/>
          <p:cNvSpPr>
            <a:spLocks noGrp="1"/>
          </p:cNvSpPr>
          <p:nvPr>
            <p:ph type="body" sz="quarter" idx="3" hasCustomPrompt="1"/>
          </p:nvPr>
        </p:nvSpPr>
        <p:spPr>
          <a:xfrm>
            <a:off x="7315200" y="1371630"/>
            <a:ext cx="7132320" cy="731520"/>
          </a:xfrm>
        </p:spPr>
        <p:txBody>
          <a:bodyPr bIns="73152" anchor="b"/>
          <a:lstStyle>
            <a:lvl1pPr marL="0" indent="0">
              <a:buNone/>
              <a:defRPr sz="3800" b="1">
                <a:sym typeface="Wingdings" panose="05000000000000000000" pitchFamily="2" charset="2"/>
              </a:defRPr>
            </a:lvl1pPr>
            <a:lvl2pPr marL="731514" indent="0">
              <a:buNone/>
              <a:defRPr sz="3200" b="1"/>
            </a:lvl2pPr>
            <a:lvl3pPr marL="1463026" indent="0">
              <a:buNone/>
              <a:defRPr sz="2899" b="1"/>
            </a:lvl3pPr>
            <a:lvl4pPr marL="2194539" indent="0">
              <a:buNone/>
              <a:defRPr sz="2600" b="1"/>
            </a:lvl4pPr>
            <a:lvl5pPr marL="2926050" indent="0">
              <a:buNone/>
              <a:defRPr sz="2600" b="1"/>
            </a:lvl5pPr>
            <a:lvl6pPr marL="3657563" indent="0">
              <a:buNone/>
              <a:defRPr sz="2600" b="1"/>
            </a:lvl6pPr>
            <a:lvl7pPr marL="4389075" indent="0">
              <a:buNone/>
              <a:defRPr sz="2600" b="1"/>
            </a:lvl7pPr>
            <a:lvl8pPr marL="5120589" indent="0">
              <a:buNone/>
              <a:defRPr sz="2600" b="1"/>
            </a:lvl8pPr>
            <a:lvl9pPr marL="5852101" indent="0">
              <a:buNone/>
              <a:defRPr sz="2600" b="1"/>
            </a:lvl9pPr>
          </a:lstStyle>
          <a:p>
            <a:pPr lvl="0"/>
            <a:r>
              <a:rPr lang="en-US"/>
              <a:t></a:t>
            </a:r>
          </a:p>
        </p:txBody>
      </p:sp>
      <p:sp>
        <p:nvSpPr>
          <p:cNvPr id="3" name="LeftCaption"/>
          <p:cNvSpPr>
            <a:spLocks noGrp="1"/>
          </p:cNvSpPr>
          <p:nvPr>
            <p:ph type="body" idx="1" hasCustomPrompt="1"/>
          </p:nvPr>
        </p:nvSpPr>
        <p:spPr>
          <a:xfrm>
            <a:off x="182958" y="1371630"/>
            <a:ext cx="7132320" cy="731520"/>
          </a:xfrm>
        </p:spPr>
        <p:txBody>
          <a:bodyPr bIns="73152" anchor="b"/>
          <a:lstStyle>
            <a:lvl1pPr marL="0" indent="0">
              <a:buNone/>
              <a:defRPr sz="3800" b="1">
                <a:sym typeface="Wingdings" panose="05000000000000000000" pitchFamily="2" charset="2"/>
              </a:defRPr>
            </a:lvl1pPr>
            <a:lvl2pPr marL="731514" indent="0">
              <a:buNone/>
              <a:defRPr sz="3200" b="1"/>
            </a:lvl2pPr>
            <a:lvl3pPr marL="1463026" indent="0">
              <a:buNone/>
              <a:defRPr sz="2899" b="1"/>
            </a:lvl3pPr>
            <a:lvl4pPr marL="2194539" indent="0">
              <a:buNone/>
              <a:defRPr sz="2600" b="1"/>
            </a:lvl4pPr>
            <a:lvl5pPr marL="2926050" indent="0">
              <a:buNone/>
              <a:defRPr sz="2600" b="1"/>
            </a:lvl5pPr>
            <a:lvl6pPr marL="3657563" indent="0">
              <a:buNone/>
              <a:defRPr sz="2600" b="1"/>
            </a:lvl6pPr>
            <a:lvl7pPr marL="4389075" indent="0">
              <a:buNone/>
              <a:defRPr sz="2600" b="1"/>
            </a:lvl7pPr>
            <a:lvl8pPr marL="5120589" indent="0">
              <a:buNone/>
              <a:defRPr sz="2600" b="1"/>
            </a:lvl8pPr>
            <a:lvl9pPr marL="5852101" indent="0">
              <a:buNone/>
              <a:defRPr sz="2600" b="1"/>
            </a:lvl9pPr>
          </a:lstStyle>
          <a:p>
            <a:pPr lvl="0"/>
            <a:r>
              <a:rPr lang="en-US"/>
              <a:t>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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F7BFAB-F663-9B59-ED23-8BC1297CB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507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[Complete]">
    <p:bg>
      <p:bgPr>
        <a:solidFill>
          <a:srgbClr val="D2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3517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Layout">
    <p:bg>
      <p:bgPr>
        <a:solidFill>
          <a:srgbClr val="D2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091E1AB1-3F1E-D784-9975-A0688ACAA55F}"/>
              </a:ext>
            </a:extLst>
          </p:cNvPr>
          <p:cNvSpPr/>
          <p:nvPr userDrawn="1"/>
        </p:nvSpPr>
        <p:spPr>
          <a:xfrm>
            <a:off x="365760" y="274320"/>
            <a:ext cx="3840480" cy="2926080"/>
          </a:xfrm>
          <a:prstGeom prst="round2DiagRect">
            <a:avLst/>
          </a:prstGeom>
          <a:solidFill>
            <a:schemeClr val="bg2">
              <a:alpha val="25000"/>
            </a:schemeClr>
          </a:solidFill>
          <a:ln w="7620" cap="flat">
            <a:noFill/>
            <a:prstDash val="solid"/>
            <a:miter/>
          </a:ln>
        </p:spPr>
        <p:txBody>
          <a:bodyPr lIns="91440" tIns="91440" rIns="91440" bIns="91440" rtlCol="0" anchor="ctr">
            <a:normAutofit fontScale="85000" lnSpcReduction="10000"/>
          </a:bodyPr>
          <a:lstStyle/>
          <a:p>
            <a:pPr lvl="0">
              <a:lnSpc>
                <a:spcPct val="150000"/>
              </a:lnSpc>
            </a:pPr>
            <a:r>
              <a:rPr lang="en-US" sz="3200"/>
              <a:t>8 màu cánh hoa này tạo thành từ 3 bit RGB, hai cánh liên tiếp khác nhau đúng 1 bit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E7F1AAB1-6C37-D935-CC9C-5428478B0137}"/>
              </a:ext>
            </a:extLst>
          </p:cNvPr>
          <p:cNvSpPr/>
          <p:nvPr userDrawn="1"/>
        </p:nvSpPr>
        <p:spPr>
          <a:xfrm>
            <a:off x="10607040" y="4480560"/>
            <a:ext cx="3657600" cy="2743200"/>
          </a:xfrm>
          <a:prstGeom prst="round2DiagRect">
            <a:avLst/>
          </a:prstGeom>
          <a:solidFill>
            <a:schemeClr val="bg2">
              <a:alpha val="25000"/>
            </a:schemeClr>
          </a:solidFill>
          <a:ln w="7620" cap="flat">
            <a:noFill/>
            <a:prstDash val="solid"/>
            <a:miter/>
          </a:ln>
        </p:spPr>
        <p:txBody>
          <a:bodyPr lIns="91440" tIns="91440" rIns="91440" bIns="91440" rtlCol="0" anchor="ctr">
            <a:normAutofit fontScale="92500" lnSpcReduction="20000"/>
          </a:bodyPr>
          <a:lstStyle/>
          <a:p>
            <a:pPr lvl="0">
              <a:lnSpc>
                <a:spcPct val="150000"/>
              </a:lnSpc>
            </a:pPr>
            <a:r>
              <a:rPr lang="en-US" sz="2400"/>
              <a:t>Nếu thấy hai cánh hoa nào đó trùng màu: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Kiểm tra dây tín hiệu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Kiểm tra máy chiếu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Kiểm tra mắt (ASAP)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266A94-E4F5-0C08-2D06-2E4F3AB4ECE0}"/>
              </a:ext>
            </a:extLst>
          </p:cNvPr>
          <p:cNvGrpSpPr/>
          <p:nvPr userDrawn="1"/>
        </p:nvGrpSpPr>
        <p:grpSpPr>
          <a:xfrm>
            <a:off x="3200400" y="0"/>
            <a:ext cx="8229600" cy="8229600"/>
            <a:chOff x="3474720" y="457200"/>
            <a:chExt cx="7315200" cy="73152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27714-39AB-5828-01AD-34B297C4070C}"/>
                </a:ext>
              </a:extLst>
            </p:cNvPr>
            <p:cNvSpPr/>
            <p:nvPr/>
          </p:nvSpPr>
          <p:spPr>
            <a:xfrm>
              <a:off x="9326880" y="338328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38"/>
                    <a:pt x="1135538" y="1463040"/>
                    <a:pt x="731520" y="1463040"/>
                  </a:cubicBezTo>
                  <a:cubicBezTo>
                    <a:pt x="327502" y="1463040"/>
                    <a:pt x="0" y="1135538"/>
                    <a:pt x="0" y="731520"/>
                  </a:cubicBezTo>
                  <a:cubicBezTo>
                    <a:pt x="0" y="327513"/>
                    <a:pt x="327502" y="0"/>
                    <a:pt x="731520" y="0"/>
                  </a:cubicBezTo>
                  <a:cubicBezTo>
                    <a:pt x="1135538" y="0"/>
                    <a:pt x="1463040" y="327513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010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39FCF7-CCB8-B8B8-58CB-AE7BEEB327AA}"/>
                </a:ext>
              </a:extLst>
            </p:cNvPr>
            <p:cNvSpPr/>
            <p:nvPr/>
          </p:nvSpPr>
          <p:spPr>
            <a:xfrm>
              <a:off x="8469867" y="5452347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02"/>
                    <a:pt x="1135502" y="1463040"/>
                    <a:pt x="731520" y="1463040"/>
                  </a:cubicBezTo>
                  <a:cubicBezTo>
                    <a:pt x="327502" y="1463040"/>
                    <a:pt x="0" y="1135502"/>
                    <a:pt x="0" y="731520"/>
                  </a:cubicBezTo>
                  <a:cubicBezTo>
                    <a:pt x="0" y="327502"/>
                    <a:pt x="327502" y="0"/>
                    <a:pt x="731520" y="0"/>
                  </a:cubicBezTo>
                  <a:cubicBezTo>
                    <a:pt x="1135502" y="0"/>
                    <a:pt x="1463040" y="32750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011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DDC857D-F8E4-B374-2432-9B9ED5DBADE0}"/>
                </a:ext>
              </a:extLst>
            </p:cNvPr>
            <p:cNvSpPr/>
            <p:nvPr/>
          </p:nvSpPr>
          <p:spPr>
            <a:xfrm>
              <a:off x="6400800" y="630936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38"/>
                    <a:pt x="1135538" y="1463040"/>
                    <a:pt x="731520" y="1463040"/>
                  </a:cubicBezTo>
                  <a:cubicBezTo>
                    <a:pt x="327513" y="1463040"/>
                    <a:pt x="0" y="1135538"/>
                    <a:pt x="0" y="731520"/>
                  </a:cubicBezTo>
                  <a:cubicBezTo>
                    <a:pt x="0" y="327502"/>
                    <a:pt x="327513" y="0"/>
                    <a:pt x="731520" y="0"/>
                  </a:cubicBezTo>
                  <a:cubicBezTo>
                    <a:pt x="1135538" y="0"/>
                    <a:pt x="1463040" y="32750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001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AD936E8-DF1E-54EA-41C7-821EB431FD4B}"/>
                </a:ext>
              </a:extLst>
            </p:cNvPr>
            <p:cNvSpPr/>
            <p:nvPr/>
          </p:nvSpPr>
          <p:spPr>
            <a:xfrm>
              <a:off x="4331750" y="5452347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02"/>
                    <a:pt x="1135527" y="1463040"/>
                    <a:pt x="731520" y="1463040"/>
                  </a:cubicBezTo>
                  <a:cubicBezTo>
                    <a:pt x="327512" y="1463040"/>
                    <a:pt x="0" y="1135502"/>
                    <a:pt x="0" y="731520"/>
                  </a:cubicBezTo>
                  <a:cubicBezTo>
                    <a:pt x="0" y="327502"/>
                    <a:pt x="327512" y="0"/>
                    <a:pt x="731520" y="0"/>
                  </a:cubicBezTo>
                  <a:cubicBezTo>
                    <a:pt x="1135527" y="0"/>
                    <a:pt x="1463040" y="32750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000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2DAE60-1B25-C8B5-7D40-081E47C3A890}"/>
                </a:ext>
              </a:extLst>
            </p:cNvPr>
            <p:cNvSpPr/>
            <p:nvPr/>
          </p:nvSpPr>
          <p:spPr>
            <a:xfrm>
              <a:off x="3474720" y="338328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38"/>
                    <a:pt x="1135528" y="1463040"/>
                    <a:pt x="731520" y="1463040"/>
                  </a:cubicBezTo>
                  <a:cubicBezTo>
                    <a:pt x="327513" y="1463040"/>
                    <a:pt x="0" y="1135538"/>
                    <a:pt x="0" y="731520"/>
                  </a:cubicBezTo>
                  <a:cubicBezTo>
                    <a:pt x="0" y="327513"/>
                    <a:pt x="327513" y="0"/>
                    <a:pt x="731520" y="0"/>
                  </a:cubicBezTo>
                  <a:cubicBezTo>
                    <a:pt x="1135528" y="0"/>
                    <a:pt x="1463040" y="327513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100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29B057-EB7D-608B-CBBB-1CC5AED1620C}"/>
                </a:ext>
              </a:extLst>
            </p:cNvPr>
            <p:cNvSpPr/>
            <p:nvPr/>
          </p:nvSpPr>
          <p:spPr>
            <a:xfrm>
              <a:off x="4331750" y="131423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27"/>
                    <a:pt x="1135527" y="1463040"/>
                    <a:pt x="731520" y="1463040"/>
                  </a:cubicBezTo>
                  <a:cubicBezTo>
                    <a:pt x="327512" y="1463040"/>
                    <a:pt x="0" y="1135527"/>
                    <a:pt x="0" y="731520"/>
                  </a:cubicBezTo>
                  <a:cubicBezTo>
                    <a:pt x="0" y="327512"/>
                    <a:pt x="327512" y="0"/>
                    <a:pt x="731520" y="0"/>
                  </a:cubicBezTo>
                  <a:cubicBezTo>
                    <a:pt x="1135527" y="0"/>
                    <a:pt x="1463040" y="32751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101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D973B59-E324-7342-37F5-31F3A75F7BDE}"/>
                </a:ext>
              </a:extLst>
            </p:cNvPr>
            <p:cNvSpPr/>
            <p:nvPr/>
          </p:nvSpPr>
          <p:spPr>
            <a:xfrm>
              <a:off x="6400800" y="45720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28"/>
                    <a:pt x="1135538" y="1463040"/>
                    <a:pt x="731520" y="1463040"/>
                  </a:cubicBezTo>
                  <a:cubicBezTo>
                    <a:pt x="327513" y="1463040"/>
                    <a:pt x="0" y="1135528"/>
                    <a:pt x="0" y="731520"/>
                  </a:cubicBezTo>
                  <a:cubicBezTo>
                    <a:pt x="0" y="327513"/>
                    <a:pt x="327513" y="0"/>
                    <a:pt x="731520" y="0"/>
                  </a:cubicBezTo>
                  <a:cubicBezTo>
                    <a:pt x="1135538" y="0"/>
                    <a:pt x="1463040" y="327513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111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F910E8-0564-BF10-E321-6A9DF04D0062}"/>
                </a:ext>
              </a:extLst>
            </p:cNvPr>
            <p:cNvSpPr/>
            <p:nvPr/>
          </p:nvSpPr>
          <p:spPr>
            <a:xfrm>
              <a:off x="8469867" y="131423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27"/>
                    <a:pt x="1135502" y="1463040"/>
                    <a:pt x="731520" y="1463040"/>
                  </a:cubicBezTo>
                  <a:cubicBezTo>
                    <a:pt x="327502" y="1463040"/>
                    <a:pt x="0" y="1135527"/>
                    <a:pt x="0" y="731520"/>
                  </a:cubicBezTo>
                  <a:cubicBezTo>
                    <a:pt x="0" y="327512"/>
                    <a:pt x="327502" y="0"/>
                    <a:pt x="731520" y="0"/>
                  </a:cubicBezTo>
                  <a:cubicBezTo>
                    <a:pt x="1135502" y="0"/>
                    <a:pt x="1463040" y="32751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110</a:t>
              </a:r>
            </a:p>
          </p:txBody>
        </p:sp>
      </p:grpSp>
      <p:pic>
        <p:nvPicPr>
          <p:cNvPr id="2" name="Galaxy">
            <a:extLst>
              <a:ext uri="{FF2B5EF4-FFF2-40B4-BE49-F238E27FC236}">
                <a16:creationId xmlns:a16="http://schemas.microsoft.com/office/drawing/2014/main" id="{8C7E395D-8F4C-05CB-2F75-8AAAEC8DB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23360" y="822960"/>
            <a:ext cx="6583680" cy="6583680"/>
          </a:xfrm>
          <a:prstGeom prst="rect">
            <a:avLst/>
          </a:prstGeom>
        </p:spPr>
      </p:pic>
      <p:pic>
        <p:nvPicPr>
          <p:cNvPr id="3" name="Wave">
            <a:extLst>
              <a:ext uri="{FF2B5EF4-FFF2-40B4-BE49-F238E27FC236}">
                <a16:creationId xmlns:a16="http://schemas.microsoft.com/office/drawing/2014/main" id="{17990629-612E-8672-D2DF-9C36E70791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23360" y="822960"/>
            <a:ext cx="6583680" cy="6583680"/>
          </a:xfrm>
          <a:prstGeom prst="rect">
            <a:avLst/>
          </a:prstGeom>
        </p:spPr>
      </p:pic>
      <p:pic>
        <p:nvPicPr>
          <p:cNvPr id="6" name="Star">
            <a:extLst>
              <a:ext uri="{FF2B5EF4-FFF2-40B4-BE49-F238E27FC236}">
                <a16:creationId xmlns:a16="http://schemas.microsoft.com/office/drawing/2014/main" id="{E5E36913-2B25-5DB0-E8F4-254C163F95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023360" y="822960"/>
            <a:ext cx="6583680" cy="6583680"/>
          </a:xfrm>
          <a:prstGeom prst="rect">
            <a:avLst/>
          </a:prstGeom>
        </p:spPr>
      </p:pic>
      <p:pic>
        <p:nvPicPr>
          <p:cNvPr id="7" name="WaveIn">
            <a:extLst>
              <a:ext uri="{FF2B5EF4-FFF2-40B4-BE49-F238E27FC236}">
                <a16:creationId xmlns:a16="http://schemas.microsoft.com/office/drawing/2014/main" id="{F7114FA9-D94A-F7E4-79C5-F70799195DF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23360" y="822960"/>
            <a:ext cx="6583680" cy="6583680"/>
          </a:xfrm>
          <a:prstGeom prst="rect">
            <a:avLst/>
          </a:prstGeom>
        </p:spPr>
      </p:pic>
      <p:pic>
        <p:nvPicPr>
          <p:cNvPr id="14" name="Flower">
            <a:extLst>
              <a:ext uri="{FF2B5EF4-FFF2-40B4-BE49-F238E27FC236}">
                <a16:creationId xmlns:a16="http://schemas.microsoft.com/office/drawing/2014/main" id="{36C5FA46-9F24-50E2-F785-15ED6BAA171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023360" y="822960"/>
            <a:ext cx="6583680" cy="6583680"/>
          </a:xfrm>
          <a:prstGeom prst="rect">
            <a:avLst/>
          </a:prstGeom>
          <a:effectLst/>
        </p:spPr>
      </p:pic>
      <p:pic>
        <p:nvPicPr>
          <p:cNvPr id="15" name="Spiral">
            <a:extLst>
              <a:ext uri="{FF2B5EF4-FFF2-40B4-BE49-F238E27FC236}">
                <a16:creationId xmlns:a16="http://schemas.microsoft.com/office/drawing/2014/main" id="{3E1B7094-35BC-902E-D1E3-F0C07C770EB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4023360" y="822960"/>
            <a:ext cx="658368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8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6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8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8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6" presetClass="exit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4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">
    <p:bg>
      <p:bgPr>
        <a:solidFill>
          <a:srgbClr val="D2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raphic 99">
            <a:extLst>
              <a:ext uri="{FF2B5EF4-FFF2-40B4-BE49-F238E27FC236}">
                <a16:creationId xmlns:a16="http://schemas.microsoft.com/office/drawing/2014/main" id="{25FB31CB-FBC5-03DC-5BB8-9EA62ABF53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0" y="0"/>
            <a:ext cx="8229600" cy="8229600"/>
          </a:xfrm>
          <a:prstGeom prst="rect">
            <a:avLst/>
          </a:prstGeom>
        </p:spPr>
      </p:pic>
      <p:sp>
        <p:nvSpPr>
          <p:cNvPr id="4" name="Graphic 2">
            <a:extLst>
              <a:ext uri="{FF2B5EF4-FFF2-40B4-BE49-F238E27FC236}">
                <a16:creationId xmlns:a16="http://schemas.microsoft.com/office/drawing/2014/main" id="{98EB70A6-0691-2064-3A5F-8894A7243C67}"/>
              </a:ext>
            </a:extLst>
          </p:cNvPr>
          <p:cNvSpPr/>
          <p:nvPr/>
        </p:nvSpPr>
        <p:spPr>
          <a:xfrm>
            <a:off x="914400" y="457200"/>
            <a:ext cx="1828800" cy="1828800"/>
          </a:xfrm>
          <a:custGeom>
            <a:avLst/>
            <a:gdLst>
              <a:gd name="connsiteX0" fmla="*/ 8229600 w 8229600"/>
              <a:gd name="connsiteY0" fmla="*/ 4114800 h 8229600"/>
              <a:gd name="connsiteX1" fmla="*/ 4114800 w 8229600"/>
              <a:gd name="connsiteY1" fmla="*/ 8229600 h 8229600"/>
              <a:gd name="connsiteX2" fmla="*/ 0 w 8229600"/>
              <a:gd name="connsiteY2" fmla="*/ 4114800 h 8229600"/>
              <a:gd name="connsiteX3" fmla="*/ 4114800 w 8229600"/>
              <a:gd name="connsiteY3" fmla="*/ 0 h 8229600"/>
              <a:gd name="connsiteX4" fmla="*/ 8229600 w 8229600"/>
              <a:gd name="connsiteY4" fmla="*/ 4114800 h 822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29600" h="8229600">
                <a:moveTo>
                  <a:pt x="8229600" y="4114800"/>
                </a:moveTo>
                <a:cubicBezTo>
                  <a:pt x="8229600" y="7131450"/>
                  <a:pt x="7131450" y="8229600"/>
                  <a:pt x="4114800" y="8229600"/>
                </a:cubicBezTo>
                <a:cubicBezTo>
                  <a:pt x="1098150" y="8229600"/>
                  <a:pt x="0" y="7131450"/>
                  <a:pt x="0" y="4114800"/>
                </a:cubicBezTo>
                <a:cubicBezTo>
                  <a:pt x="0" y="1098150"/>
                  <a:pt x="1098150" y="0"/>
                  <a:pt x="4114800" y="0"/>
                </a:cubicBezTo>
                <a:cubicBezTo>
                  <a:pt x="7131450" y="0"/>
                  <a:pt x="8229600" y="1098150"/>
                  <a:pt x="8229600" y="4114800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lIns="0" tIns="0" rIns="0" bIns="0" rtlCol="0" anchor="ctr">
            <a:normAutofit/>
          </a:bodyPr>
          <a:lstStyle/>
          <a:p>
            <a:pPr algn="ctr"/>
            <a:endParaRPr lang="en-US" sz="3600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608D885-F8A2-D314-EBAA-5597583686EB}"/>
              </a:ext>
            </a:extLst>
          </p:cNvPr>
          <p:cNvSpPr/>
          <p:nvPr/>
        </p:nvSpPr>
        <p:spPr>
          <a:xfrm>
            <a:off x="3657600" y="457200"/>
            <a:ext cx="1828800" cy="1828800"/>
          </a:xfrm>
          <a:custGeom>
            <a:avLst/>
            <a:gdLst>
              <a:gd name="connsiteX0" fmla="*/ 1828800 w 1828800"/>
              <a:gd name="connsiteY0" fmla="*/ 914400 h 1828800"/>
              <a:gd name="connsiteX1" fmla="*/ 914400 w 1828800"/>
              <a:gd name="connsiteY1" fmla="*/ 1828800 h 1828800"/>
              <a:gd name="connsiteX2" fmla="*/ 0 w 1828800"/>
              <a:gd name="connsiteY2" fmla="*/ 914400 h 1828800"/>
              <a:gd name="connsiteX3" fmla="*/ 914400 w 1828800"/>
              <a:gd name="connsiteY3" fmla="*/ 0 h 1828800"/>
              <a:gd name="connsiteX4" fmla="*/ 1828800 w 1828800"/>
              <a:gd name="connsiteY4" fmla="*/ 9144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1828800" y="914400"/>
                </a:moveTo>
                <a:cubicBezTo>
                  <a:pt x="1828800" y="1584767"/>
                  <a:pt x="1584767" y="1828800"/>
                  <a:pt x="914400" y="1828800"/>
                </a:cubicBezTo>
                <a:cubicBezTo>
                  <a:pt x="244033" y="1828800"/>
                  <a:pt x="0" y="1584767"/>
                  <a:pt x="0" y="914400"/>
                </a:cubicBezTo>
                <a:cubicBezTo>
                  <a:pt x="0" y="244033"/>
                  <a:pt x="244033" y="0"/>
                  <a:pt x="914400" y="0"/>
                </a:cubicBezTo>
                <a:cubicBezTo>
                  <a:pt x="1584767" y="0"/>
                  <a:pt x="1828800" y="244033"/>
                  <a:pt x="1828800" y="914400"/>
                </a:cubicBezTo>
                <a:close/>
              </a:path>
            </a:pathLst>
          </a:custGeom>
          <a:gradFill>
            <a:gsLst>
              <a:gs pos="0">
                <a:srgbClr val="E17D02"/>
              </a:gs>
              <a:gs pos="18000">
                <a:srgbClr val="FEEB6B"/>
              </a:gs>
              <a:gs pos="35000">
                <a:srgbClr val="FED636"/>
              </a:gs>
              <a:gs pos="50000">
                <a:srgbClr val="FDEE80"/>
              </a:gs>
              <a:gs pos="77000">
                <a:srgbClr val="FBC822"/>
              </a:gs>
              <a:gs pos="100000">
                <a:srgbClr val="E17D02"/>
              </a:gs>
            </a:gsLst>
            <a:lin ang="2700000" scaled="1"/>
          </a:gradFill>
          <a:ln w="1693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rtlCol="0" anchor="ctr"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9FCA14-3CD4-B4D5-86CD-CFA080C6CBDE}"/>
              </a:ext>
            </a:extLst>
          </p:cNvPr>
          <p:cNvGrpSpPr/>
          <p:nvPr userDrawn="1"/>
        </p:nvGrpSpPr>
        <p:grpSpPr>
          <a:xfrm>
            <a:off x="6400798" y="457200"/>
            <a:ext cx="2090057" cy="1828800"/>
            <a:chOff x="2743200" y="457200"/>
            <a:chExt cx="7315200" cy="6400800"/>
          </a:xfrm>
        </p:grpSpPr>
        <p:sp>
          <p:nvSpPr>
            <p:cNvPr id="13" name="Graphic 6">
              <a:extLst>
                <a:ext uri="{FF2B5EF4-FFF2-40B4-BE49-F238E27FC236}">
                  <a16:creationId xmlns:a16="http://schemas.microsoft.com/office/drawing/2014/main" id="{0BBFCBCC-7B0D-BDC0-B4D5-7286B2DA5CFE}"/>
                </a:ext>
              </a:extLst>
            </p:cNvPr>
            <p:cNvSpPr/>
            <p:nvPr userDrawn="1"/>
          </p:nvSpPr>
          <p:spPr>
            <a:xfrm flipV="1">
              <a:off x="3657600" y="5943600"/>
              <a:ext cx="5486400" cy="914400"/>
            </a:xfrm>
            <a:custGeom>
              <a:avLst/>
              <a:gdLst>
                <a:gd name="connsiteX0" fmla="*/ 0 w 2251710"/>
                <a:gd name="connsiteY0" fmla="*/ 0 h 375285"/>
                <a:gd name="connsiteX1" fmla="*/ 2251710 w 2251710"/>
                <a:gd name="connsiteY1" fmla="*/ 0 h 375285"/>
                <a:gd name="connsiteX2" fmla="*/ 1555893 w 2251710"/>
                <a:gd name="connsiteY2" fmla="*/ 375285 h 375285"/>
                <a:gd name="connsiteX3" fmla="*/ 695817 w 2251710"/>
                <a:gd name="connsiteY3" fmla="*/ 375285 h 375285"/>
                <a:gd name="connsiteX4" fmla="*/ 0 w 2251710"/>
                <a:gd name="connsiteY4" fmla="*/ 0 h 375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1710" h="375285">
                  <a:moveTo>
                    <a:pt x="0" y="0"/>
                  </a:moveTo>
                  <a:lnTo>
                    <a:pt x="2251710" y="0"/>
                  </a:lnTo>
                  <a:cubicBezTo>
                    <a:pt x="2251710" y="187643"/>
                    <a:pt x="1555893" y="187643"/>
                    <a:pt x="1555893" y="375285"/>
                  </a:cubicBezTo>
                  <a:lnTo>
                    <a:pt x="695817" y="375285"/>
                  </a:lnTo>
                  <a:cubicBezTo>
                    <a:pt x="695817" y="187643"/>
                    <a:pt x="0" y="187643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0"/>
                    <a:lumOff val="100000"/>
                  </a:schemeClr>
                </a:gs>
                <a:gs pos="100000">
                  <a:schemeClr val="tx1"/>
                </a:gs>
              </a:gsLst>
              <a:lin ang="5400000" scaled="1"/>
              <a:tileRect/>
            </a:gradFill>
            <a:ln w="187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402C7CB1-3A73-4AF9-EFC5-0B08D4E32180}"/>
                </a:ext>
              </a:extLst>
            </p:cNvPr>
            <p:cNvSpPr/>
            <p:nvPr userDrawn="1"/>
          </p:nvSpPr>
          <p:spPr>
            <a:xfrm>
              <a:off x="2743200" y="457200"/>
              <a:ext cx="7315200" cy="5486400"/>
            </a:xfrm>
            <a:custGeom>
              <a:avLst/>
              <a:gdLst>
                <a:gd name="connsiteX0" fmla="*/ 2476500 w 2476500"/>
                <a:gd name="connsiteY0" fmla="*/ 1795463 h 1857375"/>
                <a:gd name="connsiteX1" fmla="*/ 2414588 w 2476500"/>
                <a:gd name="connsiteY1" fmla="*/ 1857375 h 1857375"/>
                <a:gd name="connsiteX2" fmla="*/ 61913 w 2476500"/>
                <a:gd name="connsiteY2" fmla="*/ 1857375 h 1857375"/>
                <a:gd name="connsiteX3" fmla="*/ 0 w 2476500"/>
                <a:gd name="connsiteY3" fmla="*/ 1795463 h 1857375"/>
                <a:gd name="connsiteX4" fmla="*/ 0 w 2476500"/>
                <a:gd name="connsiteY4" fmla="*/ 61913 h 1857375"/>
                <a:gd name="connsiteX5" fmla="*/ 61913 w 2476500"/>
                <a:gd name="connsiteY5" fmla="*/ 0 h 1857375"/>
                <a:gd name="connsiteX6" fmla="*/ 2414588 w 2476500"/>
                <a:gd name="connsiteY6" fmla="*/ 0 h 1857375"/>
                <a:gd name="connsiteX7" fmla="*/ 2476500 w 2476500"/>
                <a:gd name="connsiteY7" fmla="*/ 61913 h 1857375"/>
                <a:gd name="connsiteX8" fmla="*/ 61913 w 2476500"/>
                <a:gd name="connsiteY8" fmla="*/ 61913 h 1857375"/>
                <a:gd name="connsiteX9" fmla="*/ 61913 w 2476500"/>
                <a:gd name="connsiteY9" fmla="*/ 1795463 h 1857375"/>
                <a:gd name="connsiteX10" fmla="*/ 2414588 w 2476500"/>
                <a:gd name="connsiteY10" fmla="*/ 1795463 h 1857375"/>
                <a:gd name="connsiteX11" fmla="*/ 2414588 w 2476500"/>
                <a:gd name="connsiteY11" fmla="*/ 61913 h 185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76500" h="1857375">
                  <a:moveTo>
                    <a:pt x="2476500" y="1795463"/>
                  </a:moveTo>
                  <a:cubicBezTo>
                    <a:pt x="2476500" y="1829656"/>
                    <a:pt x="2448781" y="1857375"/>
                    <a:pt x="2414588" y="1857375"/>
                  </a:cubicBezTo>
                  <a:lnTo>
                    <a:pt x="61913" y="1857375"/>
                  </a:lnTo>
                  <a:cubicBezTo>
                    <a:pt x="27719" y="1857375"/>
                    <a:pt x="0" y="1829656"/>
                    <a:pt x="0" y="1795463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lnTo>
                    <a:pt x="2414588" y="0"/>
                  </a:lnTo>
                  <a:cubicBezTo>
                    <a:pt x="2448781" y="0"/>
                    <a:pt x="2476500" y="27719"/>
                    <a:pt x="2476500" y="61913"/>
                  </a:cubicBezTo>
                  <a:close/>
                  <a:moveTo>
                    <a:pt x="61913" y="61913"/>
                  </a:moveTo>
                  <a:lnTo>
                    <a:pt x="61913" y="1795463"/>
                  </a:lnTo>
                  <a:lnTo>
                    <a:pt x="2414588" y="1795463"/>
                  </a:lnTo>
                  <a:lnTo>
                    <a:pt x="2414588" y="6191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0C0C0"/>
                </a:gs>
                <a:gs pos="100000">
                  <a:srgbClr val="808080"/>
                </a:gs>
              </a:gsLst>
              <a:lin ang="5400000" scaled="1"/>
              <a:tileRect/>
            </a:gradFill>
            <a:ln w="309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E6D83B0-D2A1-AD03-5251-6115AD68D249}"/>
                </a:ext>
              </a:extLst>
            </p:cNvPr>
            <p:cNvSpPr/>
            <p:nvPr userDrawn="1"/>
          </p:nvSpPr>
          <p:spPr>
            <a:xfrm>
              <a:off x="2926082" y="640080"/>
              <a:ext cx="6949440" cy="5120640"/>
            </a:xfrm>
            <a:prstGeom prst="rect">
              <a:avLst/>
            </a:prstGeom>
            <a:solidFill>
              <a:schemeClr val="tx1"/>
            </a:solidFill>
            <a:ln w="7620" cap="flat">
              <a:noFill/>
              <a:prstDash val="solid"/>
              <a:miter/>
            </a:ln>
          </p:spPr>
          <p:txBody>
            <a:bodyPr lIns="0" tIns="0" rIns="0" bIns="0" rtlCol="0" anchor="ctr">
              <a:normAutofit/>
            </a:bodyPr>
            <a:lstStyle/>
            <a:p>
              <a:pPr algn="l"/>
              <a:endParaRPr lang="en-US" sz="36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5CF0C4E-6F6A-FAC1-1599-0D5F2546C98C}"/>
              </a:ext>
            </a:extLst>
          </p:cNvPr>
          <p:cNvSpPr/>
          <p:nvPr userDrawn="1"/>
        </p:nvSpPr>
        <p:spPr>
          <a:xfrm>
            <a:off x="9144000" y="457200"/>
            <a:ext cx="2377440" cy="18288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7620" cap="flat">
            <a:noFill/>
            <a:prstDash val="solid"/>
            <a:miter/>
          </a:ln>
        </p:spPr>
        <p:txBody>
          <a:bodyPr lIns="182880" tIns="91440" rIns="182880" bIns="457200" rtlCol="0" anchor="ctr"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abc</a:t>
            </a:r>
          </a:p>
        </p:txBody>
      </p:sp>
    </p:spTree>
    <p:extLst>
      <p:ext uri="{BB962C8B-B14F-4D97-AF65-F5344CB8AC3E}">
        <p14:creationId xmlns:p14="http://schemas.microsoft.com/office/powerpoint/2010/main" val="116494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9" Type="http://schemas.openxmlformats.org/officeDocument/2006/relationships/image" Target="../media/image14.svg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9.png"/><Relationship Id="rId42" Type="http://schemas.openxmlformats.org/officeDocument/2006/relationships/image" Target="../media/image17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svg"/><Relationship Id="rId41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7.png"/><Relationship Id="rId37" Type="http://schemas.openxmlformats.org/officeDocument/2006/relationships/image" Target="../media/image12.svg"/><Relationship Id="rId40" Type="http://schemas.openxmlformats.org/officeDocument/2006/relationships/image" Target="../media/image1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36" Type="http://schemas.openxmlformats.org/officeDocument/2006/relationships/image" Target="../media/image1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6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Relationship Id="rId30" Type="http://schemas.openxmlformats.org/officeDocument/2006/relationships/image" Target="../media/image5.png"/><Relationship Id="rId35" Type="http://schemas.openxmlformats.org/officeDocument/2006/relationships/image" Target="../media/image10.svg"/><Relationship Id="rId43" Type="http://schemas.openxmlformats.org/officeDocument/2006/relationships/image" Target="../media/image18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33" Type="http://schemas.openxmlformats.org/officeDocument/2006/relationships/image" Target="../media/image8.svg"/><Relationship Id="rId38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ber"/>
          <p:cNvSpPr>
            <a:spLocks noGrp="1"/>
          </p:cNvSpPr>
          <p:nvPr>
            <p:ph type="sldNum" sz="quarter" idx="4"/>
          </p:nvPr>
        </p:nvSpPr>
        <p:spPr>
          <a:xfrm>
            <a:off x="13533120" y="7223760"/>
            <a:ext cx="914400" cy="914400"/>
          </a:xfrm>
          <a:prstGeom prst="rect">
            <a:avLst/>
          </a:prstGeom>
          <a:blipFill>
            <a:blip r:embed="rId28">
              <a:alphaModFix amt="40000"/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 vert="horz" wrap="none" lIns="0" tIns="0" rIns="0" bIns="0" rtlCol="0" anchor="ctr">
            <a:noAutofit/>
          </a:bodyPr>
          <a:lstStyle>
            <a:lvl1pPr algn="ctr">
              <a:defRPr sz="2800">
                <a:solidFill>
                  <a:schemeClr val="accent5"/>
                </a:solidFill>
                <a:latin typeface="LMHMono" panose="02000009000000000000" pitchFamily="49" charset="0"/>
                <a:ea typeface="LMHMono" panose="02000009000000000000" pitchFamily="49" charset="0"/>
              </a:defRPr>
            </a:lvl1pPr>
          </a:lstStyle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1B28B721-E46A-AD66-3402-7475601F6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" y="7589520"/>
            <a:ext cx="3657600" cy="548640"/>
          </a:xfrm>
          <a:prstGeom prst="rect">
            <a:avLst/>
          </a:prstGeom>
        </p:spPr>
        <p:txBody>
          <a:bodyPr vert="horz" lIns="274320" tIns="0" rIns="274320" bIns="0" rtlCol="0" anchor="ctr"/>
          <a:lstStyle>
            <a:lvl1pPr algn="l">
              <a:defRPr sz="16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BD94105-6912-2730-A63D-F196C7EC2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0" y="7589520"/>
            <a:ext cx="5486400" cy="548640"/>
          </a:xfrm>
          <a:prstGeom prst="rect">
            <a:avLst/>
          </a:prstGeom>
        </p:spPr>
        <p:txBody>
          <a:bodyPr vert="horz" lIns="274320" tIns="0" rIns="274320" bIns="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182880" y="1371600"/>
            <a:ext cx="14264640" cy="5852160"/>
          </a:xfrm>
          <a:prstGeom prst="rect">
            <a:avLst/>
          </a:prstGeom>
          <a:noFill/>
        </p:spPr>
        <p:txBody>
          <a:bodyPr vert="horz" lIns="182880" tIns="0" rIns="182880" bIns="0" rtlCol="0">
            <a:norm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 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0" y="91484"/>
            <a:ext cx="14264640" cy="1280116"/>
          </a:xfrm>
          <a:prstGeom prst="rect">
            <a:avLst/>
          </a:prstGeom>
          <a:blipFill dpi="0" rotWithShape="1"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/>
            <a:stretch>
              <a:fillRect/>
            </a:stretch>
          </a:blipFill>
          <a:effectLst/>
        </p:spPr>
        <p:txBody>
          <a:bodyPr vert="horz" lIns="182880" tIns="0" rIns="182880" bIns="182880" rtlCol="0" anchor="b" anchorCtr="0">
            <a:normAutofit/>
          </a:bodyPr>
          <a:lstStyle/>
          <a:p>
            <a:r>
              <a:rPr lang="en-US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50" r:id="rId3"/>
    <p:sldLayoutId id="2147483660" r:id="rId4"/>
    <p:sldLayoutId id="2147483707" r:id="rId5"/>
    <p:sldLayoutId id="2147483712" r:id="rId6"/>
    <p:sldLayoutId id="2147483718" r:id="rId7"/>
    <p:sldLayoutId id="2147483717" r:id="rId8"/>
    <p:sldLayoutId id="2147483708" r:id="rId9"/>
    <p:sldLayoutId id="2147483713" r:id="rId10"/>
    <p:sldLayoutId id="2147483711" r:id="rId11"/>
    <p:sldLayoutId id="2147483664" r:id="rId12"/>
    <p:sldLayoutId id="2147483665" r:id="rId13"/>
    <p:sldLayoutId id="2147483710" r:id="rId14"/>
    <p:sldLayoutId id="2147483722" r:id="rId15"/>
    <p:sldLayoutId id="2147483719" r:id="rId16"/>
    <p:sldLayoutId id="2147483721" r:id="rId17"/>
    <p:sldLayoutId id="2147483723" r:id="rId18"/>
    <p:sldLayoutId id="2147483720" r:id="rId19"/>
    <p:sldLayoutId id="2147483653" r:id="rId20"/>
    <p:sldLayoutId id="2147483725" r:id="rId21"/>
    <p:sldLayoutId id="2147483681" r:id="rId22"/>
    <p:sldLayoutId id="2147483716" r:id="rId23"/>
    <p:sldLayoutId id="2147483724" r:id="rId24"/>
  </p:sldLayoutIdLst>
  <p:hf hdr="0" ftr="0" dt="0"/>
  <p:txStyles>
    <p:titleStyle>
      <a:lvl1pPr algn="l" defTabSz="1463026" rtl="0" eaLnBrk="1" latinLnBrk="0" hangingPunct="1">
        <a:spcBef>
          <a:spcPct val="0"/>
        </a:spcBef>
        <a:buNone/>
        <a:defRPr sz="7200" b="0" i="0" kern="1200" cap="none" spc="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457200" indent="-457200" algn="l" defTabSz="493776" rtl="0" eaLnBrk="1" latinLnBrk="0" hangingPunct="1">
        <a:lnSpc>
          <a:spcPct val="140000"/>
        </a:lnSpc>
        <a:spcBef>
          <a:spcPts val="250"/>
        </a:spcBef>
        <a:spcAft>
          <a:spcPts val="250"/>
        </a:spcAft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93776" rtl="0" eaLnBrk="1" latinLnBrk="0" hangingPunct="1">
        <a:lnSpc>
          <a:spcPct val="140000"/>
        </a:lnSpc>
        <a:spcBef>
          <a:spcPts val="250"/>
        </a:spcBef>
        <a:spcAft>
          <a:spcPts val="250"/>
        </a:spcAft>
        <a:buFontTx/>
        <a:buBlip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</a:buBlip>
        <a:tabLst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93776" rtl="0" eaLnBrk="1" latinLnBrk="0" hangingPunct="1">
        <a:lnSpc>
          <a:spcPct val="140000"/>
        </a:lnSpc>
        <a:spcBef>
          <a:spcPts val="250"/>
        </a:spcBef>
        <a:spcAft>
          <a:spcPts val="250"/>
        </a:spcAft>
        <a:buFontTx/>
        <a:buBlip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</a:buBlip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93776" rtl="0" eaLnBrk="1" latinLnBrk="0" hangingPunct="1">
        <a:lnSpc>
          <a:spcPct val="140000"/>
        </a:lnSpc>
        <a:spcBef>
          <a:spcPts val="250"/>
        </a:spcBef>
        <a:spcAft>
          <a:spcPts val="250"/>
        </a:spcAft>
        <a:buFontTx/>
        <a:buBlip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</a:buBlip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93776" rtl="0" eaLnBrk="1" latinLnBrk="0" hangingPunct="1">
        <a:lnSpc>
          <a:spcPct val="140000"/>
        </a:lnSpc>
        <a:spcBef>
          <a:spcPts val="250"/>
        </a:spcBef>
        <a:spcAft>
          <a:spcPts val="250"/>
        </a:spcAft>
        <a:buFontTx/>
        <a:buBlip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</a:buBlip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93776" rtl="0" eaLnBrk="1" latinLnBrk="0" hangingPunct="1">
        <a:lnSpc>
          <a:spcPct val="140000"/>
        </a:lnSpc>
        <a:spcBef>
          <a:spcPts val="250"/>
        </a:spcBef>
        <a:spcAft>
          <a:spcPts val="250"/>
        </a:spcAft>
        <a:buFontTx/>
        <a:buBlip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</a:buBlip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32" indent="-365757" algn="l" defTabSz="146302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346" indent="-365757" algn="l" defTabSz="146302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858" indent="-365757" algn="l" defTabSz="146302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1pPr>
      <a:lvl2pPr marL="731514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2pPr>
      <a:lvl3pPr marL="1463026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3pPr>
      <a:lvl4pPr marL="2194539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4pPr>
      <a:lvl5pPr marL="2926050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5pPr>
      <a:lvl6pPr marL="3657563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6pPr>
      <a:lvl7pPr marL="4389075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7pPr>
      <a:lvl8pPr marL="5120589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8pPr>
      <a:lvl9pPr marL="5852101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46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63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png"/><Relationship Id="rId5" Type="http://schemas.openxmlformats.org/officeDocument/2006/relationships/image" Target="../media/image71.png"/><Relationship Id="rId4" Type="http://schemas.openxmlformats.org/officeDocument/2006/relationships/image" Target="../media/image77.png"/><Relationship Id="rId9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png"/><Relationship Id="rId5" Type="http://schemas.openxmlformats.org/officeDocument/2006/relationships/image" Target="../media/image71.png"/><Relationship Id="rId4" Type="http://schemas.openxmlformats.org/officeDocument/2006/relationships/image" Target="../media/image77.png"/><Relationship Id="rId9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3E3560-C179-5C79-4486-EAD77C20C0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91440"/>
                <a:ext cx="14264640" cy="7132320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hình vuông có bình phương độ dài cạnh: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hình tròn có bình phương độ dài đường kính: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/>
              </a:p>
              <a:p>
                <a:r>
                  <a:rPr lang="en-US"/>
                  <a:t>Hình vuông có bp cạnh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hình tròn có bp đường kính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có thể cặp với nhau: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(hình vuông chứa hình tròn)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(hình tròn chứa hình vuông)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3E3560-C179-5C79-4486-EAD77C20C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91440"/>
                <a:ext cx="14264640" cy="7132320"/>
              </a:xfrm>
              <a:blipFill>
                <a:blip r:embed="rId2"/>
                <a:stretch>
                  <a:fillRect t="-1538" r="-1197" b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26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7BA2F9F-1DA1-3ABD-C1DB-9772350BA6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2834640"/>
                <a:ext cx="14264640" cy="4389120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/>
                  <a:t>Nếu biết trong phương án ghép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cặp hình cần tìm thì có: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vuông nằm trong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tròn và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tròn nằm trong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vuông</a:t>
                </a:r>
              </a:p>
              <a:p>
                <a:r>
                  <a:rPr lang="en-US"/>
                  <a:t>Câu hỏi: Xếp thế nào?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vuông bé nhất cho nằm trong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tròn lớn nhất: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tròn bé nhất cho nằm trong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vuông lớn nhất: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Hình nhỏ cho vào trong hình nhỏ, lớn cho vào trong hình lớn.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7BA2F9F-1DA1-3ABD-C1DB-9772350BA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2834640"/>
                <a:ext cx="14264640" cy="4389120"/>
              </a:xfrm>
              <a:blipFill>
                <a:blip r:embed="rId2"/>
                <a:stretch>
                  <a:fillRect t="-1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826F73-E3E1-14FE-4F67-78970ABD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DE101F-5138-B8CF-2919-F8A29471D613}"/>
                  </a:ext>
                </a:extLst>
              </p:cNvPr>
              <p:cNvSpPr/>
              <p:nvPr/>
            </p:nvSpPr>
            <p:spPr>
              <a:xfrm>
                <a:off x="73152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DE101F-5138-B8CF-2919-F8A29471D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74320"/>
                <a:ext cx="731520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FE63C93-791D-DEAC-4DCD-98D66BABC8F6}"/>
                  </a:ext>
                </a:extLst>
              </p:cNvPr>
              <p:cNvSpPr/>
              <p:nvPr/>
            </p:nvSpPr>
            <p:spPr>
              <a:xfrm>
                <a:off x="146304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FE63C93-791D-DEAC-4DCD-98D66BABC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274320"/>
                <a:ext cx="731520" cy="731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4C6F13F-5B3D-89FF-6BDB-C65942275215}"/>
                  </a:ext>
                </a:extLst>
              </p:cNvPr>
              <p:cNvSpPr/>
              <p:nvPr/>
            </p:nvSpPr>
            <p:spPr>
              <a:xfrm>
                <a:off x="219456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4C6F13F-5B3D-89FF-6BDB-C65942275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274320"/>
                <a:ext cx="731520" cy="731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307459-1AEB-032A-E241-1F792FA41153}"/>
                  </a:ext>
                </a:extLst>
              </p:cNvPr>
              <p:cNvSpPr/>
              <p:nvPr/>
            </p:nvSpPr>
            <p:spPr>
              <a:xfrm>
                <a:off x="292608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307459-1AEB-032A-E241-1F792FA41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0" y="274320"/>
                <a:ext cx="731520" cy="731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F2C258F-3C90-DCA9-4AA6-C9644DFACC99}"/>
                  </a:ext>
                </a:extLst>
              </p:cNvPr>
              <p:cNvSpPr/>
              <p:nvPr/>
            </p:nvSpPr>
            <p:spPr>
              <a:xfrm>
                <a:off x="438912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F2C258F-3C90-DCA9-4AA6-C9644DFAC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274320"/>
                <a:ext cx="731520" cy="731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8B8AF2E-ED07-60C2-549B-CFB3B38D7418}"/>
                  </a:ext>
                </a:extLst>
              </p:cNvPr>
              <p:cNvSpPr/>
              <p:nvPr/>
            </p:nvSpPr>
            <p:spPr>
              <a:xfrm>
                <a:off x="512064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8B8AF2E-ED07-60C2-549B-CFB3B38D7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274320"/>
                <a:ext cx="731520" cy="731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B68156-A35B-FF30-F92F-F0DB7C047E42}"/>
                  </a:ext>
                </a:extLst>
              </p:cNvPr>
              <p:cNvSpPr/>
              <p:nvPr/>
            </p:nvSpPr>
            <p:spPr>
              <a:xfrm>
                <a:off x="585216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B68156-A35B-FF30-F92F-F0DB7C047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6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5C9913D-61CB-92E3-5341-F9065D1912C4}"/>
                  </a:ext>
                </a:extLst>
              </p:cNvPr>
              <p:cNvSpPr/>
              <p:nvPr/>
            </p:nvSpPr>
            <p:spPr>
              <a:xfrm>
                <a:off x="365760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5C9913D-61CB-92E3-5341-F9065D1912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74320"/>
                <a:ext cx="731520" cy="731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D51796F-592C-AFE9-27E2-52AA5320E26D}"/>
                  </a:ext>
                </a:extLst>
              </p:cNvPr>
              <p:cNvSpPr/>
              <p:nvPr/>
            </p:nvSpPr>
            <p:spPr>
              <a:xfrm>
                <a:off x="658368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D51796F-592C-AFE9-27E2-52AA5320E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6A74608-0081-9798-A95A-53E6E2A91B7C}"/>
                  </a:ext>
                </a:extLst>
              </p:cNvPr>
              <p:cNvSpPr/>
              <p:nvPr/>
            </p:nvSpPr>
            <p:spPr>
              <a:xfrm>
                <a:off x="731520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6A74608-0081-9798-A95A-53E6E2A91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7396017-9EF2-E4F9-8CCD-1070ECBA9059}"/>
                  </a:ext>
                </a:extLst>
              </p:cNvPr>
              <p:cNvSpPr/>
              <p:nvPr/>
            </p:nvSpPr>
            <p:spPr>
              <a:xfrm>
                <a:off x="950976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7396017-9EF2-E4F9-8CCD-1070ECBA90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274320"/>
                <a:ext cx="731520" cy="731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F458ABA-BF2A-5A48-7867-107A6E0D307D}"/>
                  </a:ext>
                </a:extLst>
              </p:cNvPr>
              <p:cNvSpPr/>
              <p:nvPr/>
            </p:nvSpPr>
            <p:spPr>
              <a:xfrm>
                <a:off x="73152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F458ABA-BF2A-5A48-7867-107A6E0D30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554480"/>
                <a:ext cx="731520" cy="73152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5DBDE37-B1F5-7CF3-7A6D-2068F231BBD0}"/>
                  </a:ext>
                </a:extLst>
              </p:cNvPr>
              <p:cNvSpPr/>
              <p:nvPr/>
            </p:nvSpPr>
            <p:spPr>
              <a:xfrm>
                <a:off x="146304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5DBDE37-B1F5-7CF3-7A6D-2068F231B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1554480"/>
                <a:ext cx="731520" cy="7315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85DB732-5F65-6F5D-F26D-6AEF1D24137E}"/>
                  </a:ext>
                </a:extLst>
              </p:cNvPr>
              <p:cNvSpPr/>
              <p:nvPr/>
            </p:nvSpPr>
            <p:spPr>
              <a:xfrm>
                <a:off x="219456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85DB732-5F65-6F5D-F26D-6AEF1D241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13726E0-B46A-CBB4-4814-9BADBBCA4198}"/>
                  </a:ext>
                </a:extLst>
              </p:cNvPr>
              <p:cNvSpPr/>
              <p:nvPr/>
            </p:nvSpPr>
            <p:spPr>
              <a:xfrm>
                <a:off x="292608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13726E0-B46A-CBB4-4814-9BADBBCA4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08E4BB-327E-90A2-D1F4-876AC6C523C4}"/>
                  </a:ext>
                </a:extLst>
              </p:cNvPr>
              <p:cNvSpPr/>
              <p:nvPr/>
            </p:nvSpPr>
            <p:spPr>
              <a:xfrm>
                <a:off x="365760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08E4BB-327E-90A2-D1F4-876AC6C52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188B088-2609-7D23-22FF-E5A8CDAC03E4}"/>
                  </a:ext>
                </a:extLst>
              </p:cNvPr>
              <p:cNvSpPr/>
              <p:nvPr/>
            </p:nvSpPr>
            <p:spPr>
              <a:xfrm>
                <a:off x="438912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188B088-2609-7D23-22FF-E5A8CDAC0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16F0020-2F9A-F904-6EAE-3C585C3EF0A5}"/>
                  </a:ext>
                </a:extLst>
              </p:cNvPr>
              <p:cNvSpPr/>
              <p:nvPr/>
            </p:nvSpPr>
            <p:spPr>
              <a:xfrm>
                <a:off x="804672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16F0020-2F9A-F904-6EAE-3C585C3EF0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72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D446AB8-811D-F1CF-5BA6-99B596A96583}"/>
                  </a:ext>
                </a:extLst>
              </p:cNvPr>
              <p:cNvSpPr/>
              <p:nvPr/>
            </p:nvSpPr>
            <p:spPr>
              <a:xfrm>
                <a:off x="877824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D446AB8-811D-F1CF-5BA6-99B596A96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008D55C-85E7-B314-88A6-0B0418E6F317}"/>
                  </a:ext>
                </a:extLst>
              </p:cNvPr>
              <p:cNvSpPr/>
              <p:nvPr/>
            </p:nvSpPr>
            <p:spPr>
              <a:xfrm>
                <a:off x="512064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008D55C-85E7-B314-88A6-0B0418E6F3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1554480"/>
                <a:ext cx="731520" cy="73152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7459786-955C-4BEA-651B-985AFB603E6C}"/>
                  </a:ext>
                </a:extLst>
              </p:cNvPr>
              <p:cNvSpPr/>
              <p:nvPr/>
            </p:nvSpPr>
            <p:spPr>
              <a:xfrm>
                <a:off x="658368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7459786-955C-4BEA-651B-985AFB603E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E8439F4-9EE8-C94D-CAAE-9F293CB4A496}"/>
                  </a:ext>
                </a:extLst>
              </p:cNvPr>
              <p:cNvSpPr/>
              <p:nvPr/>
            </p:nvSpPr>
            <p:spPr>
              <a:xfrm>
                <a:off x="731520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E8439F4-9EE8-C94D-CAAE-9F293CB4A4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FB93F89-CEBE-117B-6231-FC82AAE8742A}"/>
                  </a:ext>
                </a:extLst>
              </p:cNvPr>
              <p:cNvSpPr/>
              <p:nvPr/>
            </p:nvSpPr>
            <p:spPr>
              <a:xfrm>
                <a:off x="804672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FB93F89-CEBE-117B-6231-FC82AAE87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72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88AD81D-0FAF-19BD-9BE2-1F7DB37CCFB9}"/>
                  </a:ext>
                </a:extLst>
              </p:cNvPr>
              <p:cNvSpPr/>
              <p:nvPr/>
            </p:nvSpPr>
            <p:spPr>
              <a:xfrm>
                <a:off x="877824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88AD81D-0FAF-19BD-9BE2-1F7DB37CC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7D06F15-0283-7F5D-CDCF-F5CCA01B4F96}"/>
                  </a:ext>
                </a:extLst>
              </p:cNvPr>
              <p:cNvSpPr/>
              <p:nvPr/>
            </p:nvSpPr>
            <p:spPr>
              <a:xfrm>
                <a:off x="950976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7D06F15-0283-7F5D-CDCF-F5CCA01B4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1554480"/>
                <a:ext cx="731520" cy="73152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A10442D7-2818-F90B-2896-154B1FB80AC7}"/>
              </a:ext>
            </a:extLst>
          </p:cNvPr>
          <p:cNvSpPr/>
          <p:nvPr/>
        </p:nvSpPr>
        <p:spPr>
          <a:xfrm>
            <a:off x="5852160" y="1554480"/>
            <a:ext cx="731520" cy="731520"/>
          </a:xfrm>
          <a:prstGeom prst="ellipse">
            <a:avLst/>
          </a:prstGeom>
          <a:solidFill>
            <a:schemeClr val="accent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Speech Bubble: Rectangle 30">
                <a:extLst>
                  <a:ext uri="{FF2B5EF4-FFF2-40B4-BE49-F238E27FC236}">
                    <a16:creationId xmlns:a16="http://schemas.microsoft.com/office/drawing/2014/main" id="{D06DFEA5-3088-7C7B-569E-02C8E4CDB9D0}"/>
                  </a:ext>
                </a:extLst>
              </p:cNvPr>
              <p:cNvSpPr/>
              <p:nvPr/>
            </p:nvSpPr>
            <p:spPr>
              <a:xfrm>
                <a:off x="5669280" y="2286000"/>
                <a:ext cx="1280160" cy="548640"/>
              </a:xfrm>
              <a:prstGeom prst="wedgeRectCallout">
                <a:avLst>
                  <a:gd name="adj1" fmla="val -4026"/>
                  <a:gd name="adj2" fmla="val -80147"/>
                </a:avLst>
              </a:prstGeom>
              <a:solidFill>
                <a:schemeClr val="accent6"/>
              </a:solidFill>
              <a:ln w="7620" cap="flat">
                <a:noFill/>
                <a:prstDash val="solid"/>
                <a:miter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31" name="Speech Bubble: Rectangle 30">
                <a:extLst>
                  <a:ext uri="{FF2B5EF4-FFF2-40B4-BE49-F238E27FC236}">
                    <a16:creationId xmlns:a16="http://schemas.microsoft.com/office/drawing/2014/main" id="{D06DFEA5-3088-7C7B-569E-02C8E4CDB9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0" y="2286000"/>
                <a:ext cx="1280160" cy="548640"/>
              </a:xfrm>
              <a:prstGeom prst="wedgeRectCallout">
                <a:avLst>
                  <a:gd name="adj1" fmla="val -4026"/>
                  <a:gd name="adj2" fmla="val -80147"/>
                </a:avLst>
              </a:prstGeom>
              <a:blipFill>
                <a:blip r:embed="rId1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841DCF6-0DC2-D9EE-5B2D-0DA08975A923}"/>
              </a:ext>
            </a:extLst>
          </p:cNvPr>
          <p:cNvCxnSpPr>
            <a:stCxn id="4" idx="2"/>
            <a:endCxn id="25" idx="1"/>
          </p:cNvCxnSpPr>
          <p:nvPr/>
        </p:nvCxnSpPr>
        <p:spPr>
          <a:xfrm>
            <a:off x="1097280" y="1005840"/>
            <a:ext cx="4862009" cy="655769"/>
          </a:xfrm>
          <a:prstGeom prst="straightConnector1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A093342-D251-C4EE-17A5-4B5C5E4AF892}"/>
              </a:ext>
            </a:extLst>
          </p:cNvPr>
          <p:cNvCxnSpPr>
            <a:stCxn id="5" idx="2"/>
            <a:endCxn id="26" idx="1"/>
          </p:cNvCxnSpPr>
          <p:nvPr/>
        </p:nvCxnSpPr>
        <p:spPr>
          <a:xfrm>
            <a:off x="1828800" y="1005840"/>
            <a:ext cx="4862009" cy="655769"/>
          </a:xfrm>
          <a:prstGeom prst="straightConnector1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6408AD-4249-169B-65A3-0936D3B15562}"/>
              </a:ext>
            </a:extLst>
          </p:cNvPr>
          <p:cNvCxnSpPr>
            <a:stCxn id="8" idx="2"/>
            <a:endCxn id="30" idx="1"/>
          </p:cNvCxnSpPr>
          <p:nvPr/>
        </p:nvCxnSpPr>
        <p:spPr>
          <a:xfrm>
            <a:off x="4754880" y="1005840"/>
            <a:ext cx="4862009" cy="655769"/>
          </a:xfrm>
          <a:prstGeom prst="straightConnector1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8CA0-599B-E878-70B6-085B2202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9531BA-7651-A849-3F62-B75E02E45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2834640"/>
                <a:ext cx="14264640" cy="438912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b="0"/>
                  <a:t>Pha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vuông bé nhất cho nằm trong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tròn lớn nhất: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n-US" b="0"/>
                  <a:t>Pha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tròn bé nhất cho nằm trong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hình vuông lớn nhất: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Nhận xét: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càng lớn thì pha 1 càng khó thành công và pha 2 càng dễ thành công.</a:t>
                </a:r>
              </a:p>
              <a:p>
                <a:r>
                  <a:rPr lang="en-US"/>
                  <a:t>Binary Search tìm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lớn nhất mà pha 1 thành công.  cách ghép.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9531BA-7651-A849-3F62-B75E02E45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2834640"/>
                <a:ext cx="14264640" cy="4389120"/>
              </a:xfrm>
              <a:blipFill>
                <a:blip r:embed="rId2"/>
                <a:stretch>
                  <a:fillRect t="-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26760-0A82-BD92-9C7F-05BA2691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976F919-0F96-7BEF-1921-689246B98018}"/>
                  </a:ext>
                </a:extLst>
              </p:cNvPr>
              <p:cNvSpPr/>
              <p:nvPr/>
            </p:nvSpPr>
            <p:spPr>
              <a:xfrm>
                <a:off x="73152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976F919-0F96-7BEF-1921-689246B98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74320"/>
                <a:ext cx="731520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679F32B-4DFF-D028-A1B0-90847463715A}"/>
                  </a:ext>
                </a:extLst>
              </p:cNvPr>
              <p:cNvSpPr/>
              <p:nvPr/>
            </p:nvSpPr>
            <p:spPr>
              <a:xfrm>
                <a:off x="146304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679F32B-4DFF-D028-A1B0-908474637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274320"/>
                <a:ext cx="731520" cy="731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B7CC9-9FCD-B639-B440-3308651C5987}"/>
                  </a:ext>
                </a:extLst>
              </p:cNvPr>
              <p:cNvSpPr/>
              <p:nvPr/>
            </p:nvSpPr>
            <p:spPr>
              <a:xfrm>
                <a:off x="219456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B7CC9-9FCD-B639-B440-3308651C59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274320"/>
                <a:ext cx="731520" cy="731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223756D-BC67-0182-B6B3-E270EA469709}"/>
                  </a:ext>
                </a:extLst>
              </p:cNvPr>
              <p:cNvSpPr/>
              <p:nvPr/>
            </p:nvSpPr>
            <p:spPr>
              <a:xfrm>
                <a:off x="292608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223756D-BC67-0182-B6B3-E270EA4697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0" y="274320"/>
                <a:ext cx="731520" cy="731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B2E4C3-E4F6-8B00-BF72-D2C3A5746573}"/>
                  </a:ext>
                </a:extLst>
              </p:cNvPr>
              <p:cNvSpPr/>
              <p:nvPr/>
            </p:nvSpPr>
            <p:spPr>
              <a:xfrm>
                <a:off x="438912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B2E4C3-E4F6-8B00-BF72-D2C3A5746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274320"/>
                <a:ext cx="731520" cy="731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BACA59-F9FB-EE56-61C7-38AD8ABCF4DA}"/>
                  </a:ext>
                </a:extLst>
              </p:cNvPr>
              <p:cNvSpPr/>
              <p:nvPr/>
            </p:nvSpPr>
            <p:spPr>
              <a:xfrm>
                <a:off x="512064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BACA59-F9FB-EE56-61C7-38AD8ABCF4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274320"/>
                <a:ext cx="731520" cy="731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34A8688-40E2-0D73-E5BC-7F4136A35940}"/>
                  </a:ext>
                </a:extLst>
              </p:cNvPr>
              <p:cNvSpPr/>
              <p:nvPr/>
            </p:nvSpPr>
            <p:spPr>
              <a:xfrm>
                <a:off x="585216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34A8688-40E2-0D73-E5BC-7F4136A359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6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5BC119-8B34-ED0E-5C3B-BA4BF867A526}"/>
                  </a:ext>
                </a:extLst>
              </p:cNvPr>
              <p:cNvSpPr/>
              <p:nvPr/>
            </p:nvSpPr>
            <p:spPr>
              <a:xfrm>
                <a:off x="3657600" y="27432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5BC119-8B34-ED0E-5C3B-BA4BF867A5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74320"/>
                <a:ext cx="731520" cy="731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B7FB8A-8330-9A1C-8FAE-6C07AF38A149}"/>
                  </a:ext>
                </a:extLst>
              </p:cNvPr>
              <p:cNvSpPr/>
              <p:nvPr/>
            </p:nvSpPr>
            <p:spPr>
              <a:xfrm>
                <a:off x="658368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B7FB8A-8330-9A1C-8FAE-6C07AF38A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F7E886-F050-4903-1E0A-002D2B290079}"/>
                  </a:ext>
                </a:extLst>
              </p:cNvPr>
              <p:cNvSpPr/>
              <p:nvPr/>
            </p:nvSpPr>
            <p:spPr>
              <a:xfrm>
                <a:off x="731520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F7E886-F050-4903-1E0A-002D2B290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6B33D7-5271-F408-9BA7-D491C2F99F59}"/>
                  </a:ext>
                </a:extLst>
              </p:cNvPr>
              <p:cNvSpPr/>
              <p:nvPr/>
            </p:nvSpPr>
            <p:spPr>
              <a:xfrm>
                <a:off x="950976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6B33D7-5271-F408-9BA7-D491C2F99F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274320"/>
                <a:ext cx="731520" cy="731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CA95293-43C8-A820-D0FC-84600114BB8D}"/>
                  </a:ext>
                </a:extLst>
              </p:cNvPr>
              <p:cNvSpPr/>
              <p:nvPr/>
            </p:nvSpPr>
            <p:spPr>
              <a:xfrm>
                <a:off x="73152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CA95293-43C8-A820-D0FC-84600114B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554480"/>
                <a:ext cx="731520" cy="73152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445734D-41AC-A920-D0BE-0053EA796968}"/>
                  </a:ext>
                </a:extLst>
              </p:cNvPr>
              <p:cNvSpPr/>
              <p:nvPr/>
            </p:nvSpPr>
            <p:spPr>
              <a:xfrm>
                <a:off x="146304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445734D-41AC-A920-D0BE-0053EA7969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1554480"/>
                <a:ext cx="731520" cy="7315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A3354F1-505F-5CFD-56DF-A1B8066B73D5}"/>
                  </a:ext>
                </a:extLst>
              </p:cNvPr>
              <p:cNvSpPr/>
              <p:nvPr/>
            </p:nvSpPr>
            <p:spPr>
              <a:xfrm>
                <a:off x="219456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A3354F1-505F-5CFD-56DF-A1B8066B7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716F1C2-C385-2FF4-E166-0E65358C1FCD}"/>
                  </a:ext>
                </a:extLst>
              </p:cNvPr>
              <p:cNvSpPr/>
              <p:nvPr/>
            </p:nvSpPr>
            <p:spPr>
              <a:xfrm>
                <a:off x="292608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716F1C2-C385-2FF4-E166-0E65358C1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807C0ED-340C-D820-3E5C-474C1213D327}"/>
                  </a:ext>
                </a:extLst>
              </p:cNvPr>
              <p:cNvSpPr/>
              <p:nvPr/>
            </p:nvSpPr>
            <p:spPr>
              <a:xfrm>
                <a:off x="365760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807C0ED-340C-D820-3E5C-474C1213D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48B715F-AE8C-3C4A-4A68-7BEE923A1A01}"/>
                  </a:ext>
                </a:extLst>
              </p:cNvPr>
              <p:cNvSpPr/>
              <p:nvPr/>
            </p:nvSpPr>
            <p:spPr>
              <a:xfrm>
                <a:off x="438912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48B715F-AE8C-3C4A-4A68-7BEE923A1A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1554480"/>
                <a:ext cx="73152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8AE2664-B011-5832-169A-8EBA96CC8C69}"/>
                  </a:ext>
                </a:extLst>
              </p:cNvPr>
              <p:cNvSpPr/>
              <p:nvPr/>
            </p:nvSpPr>
            <p:spPr>
              <a:xfrm>
                <a:off x="804672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8AE2664-B011-5832-169A-8EBA96CC8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72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0E4F9CB-3178-359B-C1A5-75E0E8146913}"/>
                  </a:ext>
                </a:extLst>
              </p:cNvPr>
              <p:cNvSpPr/>
              <p:nvPr/>
            </p:nvSpPr>
            <p:spPr>
              <a:xfrm>
                <a:off x="8778240" y="274320"/>
                <a:ext cx="731520" cy="731520"/>
              </a:xfrm>
              <a:prstGeom prst="rect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0E4F9CB-3178-359B-C1A5-75E0E81469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274320"/>
                <a:ext cx="731520" cy="731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55CC1F8-690A-0B46-57FB-440F5E75A6EC}"/>
                  </a:ext>
                </a:extLst>
              </p:cNvPr>
              <p:cNvSpPr/>
              <p:nvPr/>
            </p:nvSpPr>
            <p:spPr>
              <a:xfrm>
                <a:off x="5120640" y="1554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55CC1F8-690A-0B46-57FB-440F5E75A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1554480"/>
                <a:ext cx="731520" cy="73152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C9FD537-FBE0-567F-F651-48EE42E6622E}"/>
                  </a:ext>
                </a:extLst>
              </p:cNvPr>
              <p:cNvSpPr/>
              <p:nvPr/>
            </p:nvSpPr>
            <p:spPr>
              <a:xfrm>
                <a:off x="658368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C9FD537-FBE0-567F-F651-48EE42E662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111C8B6-6F67-841D-6838-86386049A940}"/>
                  </a:ext>
                </a:extLst>
              </p:cNvPr>
              <p:cNvSpPr/>
              <p:nvPr/>
            </p:nvSpPr>
            <p:spPr>
              <a:xfrm>
                <a:off x="731520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111C8B6-6F67-841D-6838-86386049A9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6A5AA6-6C9D-88FC-4D17-2DEC4D8303C4}"/>
                  </a:ext>
                </a:extLst>
              </p:cNvPr>
              <p:cNvSpPr/>
              <p:nvPr/>
            </p:nvSpPr>
            <p:spPr>
              <a:xfrm>
                <a:off x="804672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6A5AA6-6C9D-88FC-4D17-2DEC4D830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72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5ACE5F4-4D8C-91C6-8E0F-42AA75258A83}"/>
                  </a:ext>
                </a:extLst>
              </p:cNvPr>
              <p:cNvSpPr/>
              <p:nvPr/>
            </p:nvSpPr>
            <p:spPr>
              <a:xfrm>
                <a:off x="877824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5ACE5F4-4D8C-91C6-8E0F-42AA75258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1554480"/>
                <a:ext cx="73152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12A79DD-83E6-D519-5301-BB52B94D3913}"/>
                  </a:ext>
                </a:extLst>
              </p:cNvPr>
              <p:cNvSpPr/>
              <p:nvPr/>
            </p:nvSpPr>
            <p:spPr>
              <a:xfrm>
                <a:off x="9509760" y="1554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12A79DD-83E6-D519-5301-BB52B94D39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1554480"/>
                <a:ext cx="731520" cy="73152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A713D85E-54A5-A887-9BD6-ED9A19BEACD0}"/>
              </a:ext>
            </a:extLst>
          </p:cNvPr>
          <p:cNvSpPr/>
          <p:nvPr/>
        </p:nvSpPr>
        <p:spPr>
          <a:xfrm>
            <a:off x="5852160" y="1554480"/>
            <a:ext cx="731520" cy="731520"/>
          </a:xfrm>
          <a:prstGeom prst="ellipse">
            <a:avLst/>
          </a:prstGeom>
          <a:solidFill>
            <a:schemeClr val="accent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Speech Bubble: Rectangle 30">
                <a:extLst>
                  <a:ext uri="{FF2B5EF4-FFF2-40B4-BE49-F238E27FC236}">
                    <a16:creationId xmlns:a16="http://schemas.microsoft.com/office/drawing/2014/main" id="{AD8DF654-C9F1-7EFC-2E5A-EFE6DA105FA5}"/>
                  </a:ext>
                </a:extLst>
              </p:cNvPr>
              <p:cNvSpPr/>
              <p:nvPr/>
            </p:nvSpPr>
            <p:spPr>
              <a:xfrm>
                <a:off x="5669280" y="2286000"/>
                <a:ext cx="1280160" cy="548640"/>
              </a:xfrm>
              <a:prstGeom prst="wedgeRectCallout">
                <a:avLst>
                  <a:gd name="adj1" fmla="val -4026"/>
                  <a:gd name="adj2" fmla="val -80147"/>
                </a:avLst>
              </a:prstGeom>
              <a:solidFill>
                <a:schemeClr val="accent6"/>
              </a:solidFill>
              <a:ln w="7620" cap="flat">
                <a:noFill/>
                <a:prstDash val="solid"/>
                <a:miter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31" name="Speech Bubble: Rectangle 30">
                <a:extLst>
                  <a:ext uri="{FF2B5EF4-FFF2-40B4-BE49-F238E27FC236}">
                    <a16:creationId xmlns:a16="http://schemas.microsoft.com/office/drawing/2014/main" id="{AD8DF654-C9F1-7EFC-2E5A-EFE6DA105F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0" y="2286000"/>
                <a:ext cx="1280160" cy="548640"/>
              </a:xfrm>
              <a:prstGeom prst="wedgeRectCallout">
                <a:avLst>
                  <a:gd name="adj1" fmla="val -4026"/>
                  <a:gd name="adj2" fmla="val -80147"/>
                </a:avLst>
              </a:prstGeom>
              <a:blipFill>
                <a:blip r:embed="rId1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35BA1E2-30AC-BD3B-B7EF-F668708F61C4}"/>
              </a:ext>
            </a:extLst>
          </p:cNvPr>
          <p:cNvCxnSpPr>
            <a:stCxn id="4" idx="2"/>
            <a:endCxn id="25" idx="1"/>
          </p:cNvCxnSpPr>
          <p:nvPr/>
        </p:nvCxnSpPr>
        <p:spPr>
          <a:xfrm>
            <a:off x="1097280" y="1005840"/>
            <a:ext cx="4862009" cy="655769"/>
          </a:xfrm>
          <a:prstGeom prst="straightConnector1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884C9B-F006-77E1-2F14-E2B9BF92DCCC}"/>
              </a:ext>
            </a:extLst>
          </p:cNvPr>
          <p:cNvCxnSpPr>
            <a:stCxn id="5" idx="2"/>
            <a:endCxn id="26" idx="1"/>
          </p:cNvCxnSpPr>
          <p:nvPr/>
        </p:nvCxnSpPr>
        <p:spPr>
          <a:xfrm>
            <a:off x="1828800" y="1005840"/>
            <a:ext cx="4862009" cy="655769"/>
          </a:xfrm>
          <a:prstGeom prst="straightConnector1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D3AAE06-408A-0037-496A-425D7BB2C736}"/>
              </a:ext>
            </a:extLst>
          </p:cNvPr>
          <p:cNvCxnSpPr>
            <a:stCxn id="8" idx="2"/>
            <a:endCxn id="30" idx="1"/>
          </p:cNvCxnSpPr>
          <p:nvPr/>
        </p:nvCxnSpPr>
        <p:spPr>
          <a:xfrm>
            <a:off x="4754880" y="1005840"/>
            <a:ext cx="4862009" cy="655769"/>
          </a:xfrm>
          <a:prstGeom prst="straightConnector1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215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2B8DF67-E6B2-875F-8989-DA44ABC64D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/>
                  <a:t>2 phòng họp ứng với hai màu trắng/đen</a:t>
                </a:r>
              </a:p>
              <a:p>
                <a:r>
                  <a:rPr lang="en-US"/>
                  <a:t>Lấy bừa 1 thằng A tô màu trắng</a:t>
                </a:r>
              </a:p>
              <a:p>
                <a:r>
                  <a:rPr lang="en-US"/>
                  <a:t>Bọn ghét thằng A phải tô màu đen</a:t>
                </a:r>
              </a:p>
              <a:p>
                <a:r>
                  <a:rPr lang="en-US"/>
                  <a:t>…Bọn ghét 1 thằng đen phải tô màu trắng mà bọn ghét 1 thằng trắng phải tô màu đen</a:t>
                </a:r>
              </a:p>
              <a:p>
                <a:r>
                  <a:rPr lang="en-US"/>
                  <a:t> Nếu dựng mô hình đồ thị với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thằng là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đỉnh và quan hệ ghét nhau là cạnh thì:</a:t>
                </a:r>
              </a:p>
              <a:p>
                <a:pPr lvl="1"/>
                <a:r>
                  <a:rPr lang="en-US"/>
                  <a:t>Mỗi thành phần liên thông sẽ ứng với một cách phân phòng duy nhất (có thể đảo trắng/đen).</a:t>
                </a:r>
              </a:p>
              <a:p>
                <a:pPr lvl="1"/>
                <a:r>
                  <a:rPr lang="en-US"/>
                  <a:t>Giả sử có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thành phần liên thông, tp thứ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có số thằng trắng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và số thằng đen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r>
                  <a:rPr lang="en-US"/>
                  <a:t>Có thể thực hiện các phép biến đổi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𝑠𝑤𝑎𝑝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 cần làm để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Vì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bài toán là với mỗi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được chọn một trong hai số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hoặc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sao cho tổng các số được chọn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 Subsetsum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2B8DF67-E6B2-875F-8989-DA44ABC64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938BE-E0CB-484B-5944-8CBB3D99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4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60CA3B-359C-A5A3-106B-18C33F166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Giả sử có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thành phần liên thông, tp thứ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có số thằng trắng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và số thằng đen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. W.L.G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Trừ cả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đi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mà không ảnh hưởng kết quả.</a:t>
                </a:r>
              </a:p>
              <a:p>
                <a:r>
                  <a:rPr lang="en-US"/>
                  <a:t>Khi đó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chỉ quan tâm tới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. Gọi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/>
                  <a:t> là tổng dãy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/>
                  <a:t>, chọn ra một số phần tử trong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có tổng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nhất. (Subsetsum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e>
                    </m:d>
                  </m:oMath>
                </a14:m>
                <a:r>
                  <a:rPr lang="en-US"/>
                  <a:t>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60CA3B-359C-A5A3-106B-18C33F166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55" b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55BF6-91E7-F2EE-4203-D07CF865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77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C39561-A0B4-69E9-5AD1-4E16BB5DD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1440"/>
            <a:ext cx="9326880" cy="7132320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Liệt kê các miền liên thông (gồm các ô cùng màu liên thông): DFS/BFS/</a:t>
            </a:r>
            <a:r>
              <a:rPr lang="en-US">
                <a:solidFill>
                  <a:srgbClr val="FF0000"/>
                </a:solidFill>
              </a:rPr>
              <a:t>Disjoint-sets forest (DSF)</a:t>
            </a:r>
          </a:p>
          <a:p>
            <a:r>
              <a:rPr lang="en-US"/>
              <a:t>Mỗi miền lưu trữ thêm các thông tin sau ngoài thông tin trên DSF:</a:t>
            </a:r>
          </a:p>
          <a:p>
            <a:pPr lvl="1"/>
            <a:r>
              <a:rPr lang="en-US"/>
              <a:t>Màu của miền (B/W) (lưu ở gốc disjoint-set)</a:t>
            </a:r>
          </a:p>
          <a:p>
            <a:pPr lvl="1"/>
            <a:r>
              <a:rPr lang="en-US"/>
              <a:t>Danh sách các ô thuộc miền: vector, list, stack, queue, set, …</a:t>
            </a:r>
          </a:p>
          <a:p>
            <a:r>
              <a:rPr lang="en-US"/>
              <a:t>Nhận xét: Những ô không thuộc miền kề với ô trong miền thì chắc chắn khác màu</a:t>
            </a:r>
          </a:p>
          <a:p>
            <a:pPr lvl="1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EE143-A19A-ECDA-09AD-D81D4A3A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C3951-DF22-666B-8991-5147973B5D8F}"/>
              </a:ext>
            </a:extLst>
          </p:cNvPr>
          <p:cNvSpPr/>
          <p:nvPr/>
        </p:nvSpPr>
        <p:spPr>
          <a:xfrm>
            <a:off x="10607040" y="155448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2B04D2-770D-A84E-B93E-028C4A084E25}"/>
              </a:ext>
            </a:extLst>
          </p:cNvPr>
          <p:cNvSpPr/>
          <p:nvPr/>
        </p:nvSpPr>
        <p:spPr>
          <a:xfrm>
            <a:off x="10972800" y="155448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903D53-6C68-67DD-5C11-0A2F5ADE57A9}"/>
              </a:ext>
            </a:extLst>
          </p:cNvPr>
          <p:cNvSpPr/>
          <p:nvPr/>
        </p:nvSpPr>
        <p:spPr>
          <a:xfrm>
            <a:off x="11338560" y="155448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B998ED-5351-8B68-0AFF-880C54B91C80}"/>
              </a:ext>
            </a:extLst>
          </p:cNvPr>
          <p:cNvSpPr/>
          <p:nvPr/>
        </p:nvSpPr>
        <p:spPr>
          <a:xfrm>
            <a:off x="11704320" y="155448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E504B0-2D45-BF70-7EC6-D9AC46BBA5D2}"/>
              </a:ext>
            </a:extLst>
          </p:cNvPr>
          <p:cNvSpPr/>
          <p:nvPr/>
        </p:nvSpPr>
        <p:spPr>
          <a:xfrm>
            <a:off x="10972800" y="118872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A66A23-3515-34AD-D185-896CEFA9BC61}"/>
              </a:ext>
            </a:extLst>
          </p:cNvPr>
          <p:cNvSpPr/>
          <p:nvPr/>
        </p:nvSpPr>
        <p:spPr>
          <a:xfrm>
            <a:off x="11338560" y="118872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602F15-2D23-E95C-7671-7B5489F10E6B}"/>
              </a:ext>
            </a:extLst>
          </p:cNvPr>
          <p:cNvSpPr/>
          <p:nvPr/>
        </p:nvSpPr>
        <p:spPr>
          <a:xfrm>
            <a:off x="10972800" y="192024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05FA35-FCA4-F223-75BA-08E542CB20B3}"/>
              </a:ext>
            </a:extLst>
          </p:cNvPr>
          <p:cNvSpPr/>
          <p:nvPr/>
        </p:nvSpPr>
        <p:spPr>
          <a:xfrm>
            <a:off x="10241280" y="155448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61B3C-D190-B83B-3FE9-B61DDAD3C65E}"/>
              </a:ext>
            </a:extLst>
          </p:cNvPr>
          <p:cNvSpPr/>
          <p:nvPr/>
        </p:nvSpPr>
        <p:spPr>
          <a:xfrm>
            <a:off x="10607040" y="118872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F0BEB-B78D-83CD-4EBC-41F8AABC1168}"/>
              </a:ext>
            </a:extLst>
          </p:cNvPr>
          <p:cNvSpPr/>
          <p:nvPr/>
        </p:nvSpPr>
        <p:spPr>
          <a:xfrm>
            <a:off x="10972800" y="82296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9520C7-570F-973C-0E22-958A263FAEB4}"/>
              </a:ext>
            </a:extLst>
          </p:cNvPr>
          <p:cNvSpPr/>
          <p:nvPr/>
        </p:nvSpPr>
        <p:spPr>
          <a:xfrm>
            <a:off x="11338560" y="82296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3C94D8-BC8B-F9C9-918B-1E1F536D844A}"/>
              </a:ext>
            </a:extLst>
          </p:cNvPr>
          <p:cNvSpPr/>
          <p:nvPr/>
        </p:nvSpPr>
        <p:spPr>
          <a:xfrm>
            <a:off x="11704320" y="118872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6E9723-0ABB-2205-32B6-6A2C4CDA2606}"/>
              </a:ext>
            </a:extLst>
          </p:cNvPr>
          <p:cNvSpPr/>
          <p:nvPr/>
        </p:nvSpPr>
        <p:spPr>
          <a:xfrm>
            <a:off x="12070080" y="155448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20302E-2A1D-21C8-5365-F452D180D54B}"/>
              </a:ext>
            </a:extLst>
          </p:cNvPr>
          <p:cNvSpPr/>
          <p:nvPr/>
        </p:nvSpPr>
        <p:spPr>
          <a:xfrm>
            <a:off x="11704320" y="192024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9D0599-A29A-595B-0D37-9BDB99DED35B}"/>
              </a:ext>
            </a:extLst>
          </p:cNvPr>
          <p:cNvSpPr/>
          <p:nvPr/>
        </p:nvSpPr>
        <p:spPr>
          <a:xfrm>
            <a:off x="11338560" y="192024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0C661-E5EE-FDFB-8AC4-0CFD8333C850}"/>
              </a:ext>
            </a:extLst>
          </p:cNvPr>
          <p:cNvSpPr/>
          <p:nvPr/>
        </p:nvSpPr>
        <p:spPr>
          <a:xfrm>
            <a:off x="10972800" y="228600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A428E3-9FF8-5506-E364-D796811E1944}"/>
              </a:ext>
            </a:extLst>
          </p:cNvPr>
          <p:cNvSpPr/>
          <p:nvPr/>
        </p:nvSpPr>
        <p:spPr>
          <a:xfrm>
            <a:off x="10607040" y="192024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47601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AD8B-A3B2-452E-E147-3EE2EB03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34E626-C41D-32B2-2612-50F8D1AAF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1440"/>
            <a:ext cx="11521440" cy="7132320"/>
          </a:xfrm>
        </p:spPr>
        <p:txBody>
          <a:bodyPr>
            <a:normAutofit fontScale="55000" lnSpcReduction="20000"/>
          </a:bodyPr>
          <a:lstStyle/>
          <a:p>
            <a:r>
              <a:rPr lang="en-US"/>
              <a:t>Mỗi miền lưu trữ thêm các thông tin sau (lưu ở gốc disjoint-set) ngoài thông tin trên DSF:</a:t>
            </a:r>
          </a:p>
          <a:p>
            <a:pPr lvl="1"/>
            <a:r>
              <a:rPr lang="en-US"/>
              <a:t>Màu của miền (B/W)</a:t>
            </a:r>
          </a:p>
          <a:p>
            <a:pPr lvl="1"/>
            <a:r>
              <a:rPr lang="en-US"/>
              <a:t>Danh sách các ô thuộc miền: vector, list, stack, queue, set, …</a:t>
            </a:r>
          </a:p>
          <a:p>
            <a:r>
              <a:rPr lang="en-US"/>
              <a:t>Khi đổi màu một ô</a:t>
            </a:r>
          </a:p>
          <a:p>
            <a:pPr lvl="1"/>
            <a:r>
              <a:rPr lang="en-US"/>
              <a:t>Xác định miền chứa ô (gs là miền trắng)</a:t>
            </a:r>
          </a:p>
          <a:p>
            <a:pPr lvl="1"/>
            <a:r>
              <a:rPr lang="en-US"/>
              <a:t>Quét danh sách các ô thuộc miền, </a:t>
            </a:r>
          </a:p>
          <a:p>
            <a:pPr lvl="2"/>
            <a:r>
              <a:rPr lang="en-US"/>
              <a:t>Nếu không phải ô biên </a:t>
            </a:r>
            <a:r>
              <a:rPr lang="en-US">
                <a:sym typeface="Wingdings" panose="05000000000000000000" pitchFamily="2" charset="2"/>
              </a:rPr>
              <a:t> xóa và bỏ qua</a:t>
            </a:r>
            <a:endParaRPr lang="en-US"/>
          </a:p>
          <a:p>
            <a:pPr lvl="2"/>
            <a:r>
              <a:rPr lang="en-US"/>
              <a:t>Nếu nó là ô biên </a:t>
            </a:r>
            <a:r>
              <a:rPr lang="en-US">
                <a:sym typeface="Wingdings" panose="05000000000000000000" pitchFamily="2" charset="2"/>
              </a:rPr>
              <a:t> Hợp nhất miền bên cạnh vào miền đang xét qua DSF.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Những miền được hợp nhất ngoại trừ miền đang xét (miền đen bên cạnh) sẽ được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hợp nhất luôn danh sách </a:t>
            </a:r>
            <a:r>
              <a:rPr lang="en-US">
                <a:sym typeface="Wingdings" panose="05000000000000000000" pitchFamily="2" charset="2"/>
              </a:rPr>
              <a:t>các ô thành danh sách ô của miền mới hợp thành</a:t>
            </a:r>
          </a:p>
          <a:p>
            <a:r>
              <a:rPr lang="en-US"/>
              <a:t>Mỗi ô chỉ được xét 1 lần và tồn tại trong ds nếu là ô biên (kề với miền bên cạnh)</a:t>
            </a:r>
          </a:p>
          <a:p>
            <a:pPr lvl="1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C6470F-B38B-DD25-F8FB-A9AEC857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B38C28-DA8B-A824-D484-6B7CD1C99FCA}"/>
              </a:ext>
            </a:extLst>
          </p:cNvPr>
          <p:cNvSpPr/>
          <p:nvPr/>
        </p:nvSpPr>
        <p:spPr>
          <a:xfrm>
            <a:off x="12435840" y="137160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9E5B7-ACC9-14FB-9F8A-B764D09E3A9F}"/>
              </a:ext>
            </a:extLst>
          </p:cNvPr>
          <p:cNvSpPr/>
          <p:nvPr/>
        </p:nvSpPr>
        <p:spPr>
          <a:xfrm>
            <a:off x="12801600" y="137160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EF78E-B626-310F-F6A2-8C556104892D}"/>
              </a:ext>
            </a:extLst>
          </p:cNvPr>
          <p:cNvSpPr/>
          <p:nvPr/>
        </p:nvSpPr>
        <p:spPr>
          <a:xfrm>
            <a:off x="13167360" y="137160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123856-AE44-A887-264B-4B76628377C6}"/>
              </a:ext>
            </a:extLst>
          </p:cNvPr>
          <p:cNvSpPr/>
          <p:nvPr/>
        </p:nvSpPr>
        <p:spPr>
          <a:xfrm>
            <a:off x="13533120" y="137160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5B9FEB-A83F-D3AF-F68C-9C8E8AC33855}"/>
              </a:ext>
            </a:extLst>
          </p:cNvPr>
          <p:cNvSpPr/>
          <p:nvPr/>
        </p:nvSpPr>
        <p:spPr>
          <a:xfrm>
            <a:off x="12801600" y="100584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B0057-0910-F86B-BFC2-E01985C58B9C}"/>
              </a:ext>
            </a:extLst>
          </p:cNvPr>
          <p:cNvSpPr/>
          <p:nvPr/>
        </p:nvSpPr>
        <p:spPr>
          <a:xfrm>
            <a:off x="13167360" y="100584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F1920E-D933-7934-8A6F-AAF95E7A6C22}"/>
              </a:ext>
            </a:extLst>
          </p:cNvPr>
          <p:cNvSpPr/>
          <p:nvPr/>
        </p:nvSpPr>
        <p:spPr>
          <a:xfrm>
            <a:off x="12801600" y="1737360"/>
            <a:ext cx="365760" cy="36576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867F4A-D358-D886-A776-19DEB5BDDFE5}"/>
              </a:ext>
            </a:extLst>
          </p:cNvPr>
          <p:cNvSpPr/>
          <p:nvPr/>
        </p:nvSpPr>
        <p:spPr>
          <a:xfrm>
            <a:off x="12070080" y="137160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1A5C32-161D-EBD2-3724-2D044C82ED3A}"/>
              </a:ext>
            </a:extLst>
          </p:cNvPr>
          <p:cNvSpPr/>
          <p:nvPr/>
        </p:nvSpPr>
        <p:spPr>
          <a:xfrm>
            <a:off x="12435840" y="100584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AF3CC8-BA9E-9A5E-EF29-215888975D9B}"/>
              </a:ext>
            </a:extLst>
          </p:cNvPr>
          <p:cNvSpPr/>
          <p:nvPr/>
        </p:nvSpPr>
        <p:spPr>
          <a:xfrm>
            <a:off x="12801600" y="64008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9ECBA-384D-ED49-B5D3-3F3F53B8AF3A}"/>
              </a:ext>
            </a:extLst>
          </p:cNvPr>
          <p:cNvSpPr/>
          <p:nvPr/>
        </p:nvSpPr>
        <p:spPr>
          <a:xfrm>
            <a:off x="13167360" y="64008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DBD8FB-DBFC-DB32-5CB4-90FBCD4CEFBE}"/>
              </a:ext>
            </a:extLst>
          </p:cNvPr>
          <p:cNvSpPr/>
          <p:nvPr/>
        </p:nvSpPr>
        <p:spPr>
          <a:xfrm>
            <a:off x="13533120" y="100584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C30BAD-FB27-D80B-1F5A-44EF22F15351}"/>
              </a:ext>
            </a:extLst>
          </p:cNvPr>
          <p:cNvSpPr/>
          <p:nvPr/>
        </p:nvSpPr>
        <p:spPr>
          <a:xfrm>
            <a:off x="13898880" y="137160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160CD3-E23D-9A16-AEB3-1F5771AF9330}"/>
              </a:ext>
            </a:extLst>
          </p:cNvPr>
          <p:cNvSpPr/>
          <p:nvPr/>
        </p:nvSpPr>
        <p:spPr>
          <a:xfrm>
            <a:off x="13533120" y="173736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E9592B-EE58-5189-5CB6-1F153E72120B}"/>
              </a:ext>
            </a:extLst>
          </p:cNvPr>
          <p:cNvSpPr/>
          <p:nvPr/>
        </p:nvSpPr>
        <p:spPr>
          <a:xfrm>
            <a:off x="13167360" y="173736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EC6F20-6687-997B-3DB2-2C3FDF8E739D}"/>
              </a:ext>
            </a:extLst>
          </p:cNvPr>
          <p:cNvSpPr/>
          <p:nvPr/>
        </p:nvSpPr>
        <p:spPr>
          <a:xfrm>
            <a:off x="12801600" y="210312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43FD66-C9D5-2AC3-0ADC-982CC60DED36}"/>
              </a:ext>
            </a:extLst>
          </p:cNvPr>
          <p:cNvSpPr/>
          <p:nvPr/>
        </p:nvSpPr>
        <p:spPr>
          <a:xfrm>
            <a:off x="12435840" y="173736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A8FE0-7B1B-5BDB-D1F2-9CF93728330A}"/>
              </a:ext>
            </a:extLst>
          </p:cNvPr>
          <p:cNvSpPr/>
          <p:nvPr/>
        </p:nvSpPr>
        <p:spPr>
          <a:xfrm>
            <a:off x="12801600" y="27432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5D3C54-84AE-518A-44CA-A9E2961119BA}"/>
              </a:ext>
            </a:extLst>
          </p:cNvPr>
          <p:cNvSpPr/>
          <p:nvPr/>
        </p:nvSpPr>
        <p:spPr>
          <a:xfrm>
            <a:off x="13167360" y="27432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06B961-3DA1-3629-47CD-AE5BAB58C47A}"/>
              </a:ext>
            </a:extLst>
          </p:cNvPr>
          <p:cNvSpPr/>
          <p:nvPr/>
        </p:nvSpPr>
        <p:spPr>
          <a:xfrm>
            <a:off x="13167360" y="210312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61328E-AD1A-90B7-FD97-ABEA12A037DE}"/>
              </a:ext>
            </a:extLst>
          </p:cNvPr>
          <p:cNvSpPr/>
          <p:nvPr/>
        </p:nvSpPr>
        <p:spPr>
          <a:xfrm>
            <a:off x="12070080" y="2743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F68B84-C77B-637C-94B0-6B860E977C21}"/>
              </a:ext>
            </a:extLst>
          </p:cNvPr>
          <p:cNvSpPr/>
          <p:nvPr/>
        </p:nvSpPr>
        <p:spPr>
          <a:xfrm>
            <a:off x="12435840" y="2743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936C71-831C-3ADB-1588-639AECD613EC}"/>
              </a:ext>
            </a:extLst>
          </p:cNvPr>
          <p:cNvSpPr/>
          <p:nvPr/>
        </p:nvSpPr>
        <p:spPr>
          <a:xfrm>
            <a:off x="12070080" y="64008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51EC99-8231-6291-CEC8-F48DB27F0BE4}"/>
              </a:ext>
            </a:extLst>
          </p:cNvPr>
          <p:cNvSpPr/>
          <p:nvPr/>
        </p:nvSpPr>
        <p:spPr>
          <a:xfrm>
            <a:off x="12435840" y="64008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06BD3B-14F7-A837-CCA8-253176AA069B}"/>
              </a:ext>
            </a:extLst>
          </p:cNvPr>
          <p:cNvSpPr/>
          <p:nvPr/>
        </p:nvSpPr>
        <p:spPr>
          <a:xfrm>
            <a:off x="12070080" y="100584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2BCE71-D890-0084-8BF4-EA6AFF8928B3}"/>
              </a:ext>
            </a:extLst>
          </p:cNvPr>
          <p:cNvSpPr/>
          <p:nvPr/>
        </p:nvSpPr>
        <p:spPr>
          <a:xfrm>
            <a:off x="12070080" y="1737360"/>
            <a:ext cx="365760" cy="365760"/>
          </a:xfrm>
          <a:prstGeom prst="rect">
            <a:avLst/>
          </a:prstGeom>
          <a:solidFill>
            <a:schemeClr val="tx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9DE4E6-62DF-2202-F5B4-BD82E88810E7}"/>
              </a:ext>
            </a:extLst>
          </p:cNvPr>
          <p:cNvSpPr/>
          <p:nvPr/>
        </p:nvSpPr>
        <p:spPr>
          <a:xfrm>
            <a:off x="12070080" y="21031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4DFE74-52B2-D4A8-E30D-96EEFBF41EB5}"/>
              </a:ext>
            </a:extLst>
          </p:cNvPr>
          <p:cNvSpPr/>
          <p:nvPr/>
        </p:nvSpPr>
        <p:spPr>
          <a:xfrm>
            <a:off x="12435840" y="21031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F7D28A-C3D7-C177-C548-ACA928602B71}"/>
              </a:ext>
            </a:extLst>
          </p:cNvPr>
          <p:cNvSpPr/>
          <p:nvPr/>
        </p:nvSpPr>
        <p:spPr>
          <a:xfrm>
            <a:off x="13533120" y="21031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F2C5DF-4471-2C68-1237-0A6663811F71}"/>
              </a:ext>
            </a:extLst>
          </p:cNvPr>
          <p:cNvSpPr/>
          <p:nvPr/>
        </p:nvSpPr>
        <p:spPr>
          <a:xfrm>
            <a:off x="13898880" y="21031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DDDA40-0697-FFF6-77C0-AEFEB7744F50}"/>
              </a:ext>
            </a:extLst>
          </p:cNvPr>
          <p:cNvSpPr/>
          <p:nvPr/>
        </p:nvSpPr>
        <p:spPr>
          <a:xfrm>
            <a:off x="13533120" y="2743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6D3316-D426-A97B-9B2F-9F38B7ADD62E}"/>
              </a:ext>
            </a:extLst>
          </p:cNvPr>
          <p:cNvSpPr/>
          <p:nvPr/>
        </p:nvSpPr>
        <p:spPr>
          <a:xfrm>
            <a:off x="13898880" y="27432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FA42EB-70F9-5318-22C1-44DB5286FFE9}"/>
              </a:ext>
            </a:extLst>
          </p:cNvPr>
          <p:cNvSpPr/>
          <p:nvPr/>
        </p:nvSpPr>
        <p:spPr>
          <a:xfrm>
            <a:off x="13533120" y="64008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DA3F17-ED83-4ECD-DAB0-FC5A9DF2F9E4}"/>
              </a:ext>
            </a:extLst>
          </p:cNvPr>
          <p:cNvSpPr/>
          <p:nvPr/>
        </p:nvSpPr>
        <p:spPr>
          <a:xfrm>
            <a:off x="13898880" y="64008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352A5C-6AEA-EF10-0368-AEDF1F41BBA4}"/>
              </a:ext>
            </a:extLst>
          </p:cNvPr>
          <p:cNvSpPr/>
          <p:nvPr/>
        </p:nvSpPr>
        <p:spPr>
          <a:xfrm>
            <a:off x="13898880" y="100584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1B00A4-77D9-85A6-F79E-DF04FCD303BC}"/>
              </a:ext>
            </a:extLst>
          </p:cNvPr>
          <p:cNvSpPr/>
          <p:nvPr/>
        </p:nvSpPr>
        <p:spPr>
          <a:xfrm>
            <a:off x="13898880" y="1737360"/>
            <a:ext cx="365760" cy="365760"/>
          </a:xfrm>
          <a:prstGeom prst="rect">
            <a:avLst/>
          </a:prstGeom>
          <a:solidFill>
            <a:schemeClr val="accent6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605871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D41D14D-F12C-BDC9-8655-866657F11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Mỗi miền lưu trữ thêm các thông tin sau (lưu ở gốc disjoint-set) ngoài thông tin trên DSF:</a:t>
                </a:r>
              </a:p>
              <a:p>
                <a:pPr lvl="1"/>
                <a:r>
                  <a:rPr lang="en-US"/>
                  <a:t>Màu của miền (B/W)</a:t>
                </a:r>
              </a:p>
              <a:p>
                <a:pPr lvl="1"/>
                <a:r>
                  <a:rPr lang="en-US"/>
                  <a:t>Danh sách các ô thuộc miền: vector, list, stack, queue, set, …</a:t>
                </a:r>
              </a:p>
              <a:p>
                <a:r>
                  <a:rPr lang="en-US"/>
                  <a:t>Hợp nhất các danh sách thành 1 danh sách duy nhất: nên dùng std::list với lệnh splice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D41D14D-F12C-BDC9-8655-866657F11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5" r="-1111" b="-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92B76-B089-5EA0-E915-E1BD07B4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7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E807CB-D711-010B-7989-79DB1A75F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1440"/>
            <a:ext cx="12252960" cy="7132320"/>
          </a:xfrm>
        </p:spPr>
        <p:txBody>
          <a:bodyPr/>
          <a:lstStyle/>
          <a:p>
            <a:r>
              <a:rPr lang="en-US"/>
              <a:t>Đánh số các màu từ 1 trở đi</a:t>
            </a:r>
          </a:p>
          <a:p>
            <a:r>
              <a:rPr lang="en-US"/>
              <a:t>Với mỗi ô, chọn màu nhỏ nhất không xung đột với các ô đã tô màu và tô luôn</a:t>
            </a:r>
          </a:p>
          <a:p>
            <a:r>
              <a:rPr lang="en-US"/>
              <a:t>Làm như vậy 100 lần với thứ tự các ô được xét là random, lưu trữ cách cho số màu ít nhất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6DF1D-5F24-7DAE-792F-8E6B79A3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713AB1-73DD-30A2-C077-6E369B93746A}"/>
              </a:ext>
            </a:extLst>
          </p:cNvPr>
          <p:cNvSpPr/>
          <p:nvPr/>
        </p:nvSpPr>
        <p:spPr>
          <a:xfrm>
            <a:off x="12618720" y="274320"/>
            <a:ext cx="548640" cy="548640"/>
          </a:xfrm>
          <a:prstGeom prst="rect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52E8F2-4193-39AD-573B-94A4ACCF7663}"/>
              </a:ext>
            </a:extLst>
          </p:cNvPr>
          <p:cNvSpPr/>
          <p:nvPr/>
        </p:nvSpPr>
        <p:spPr>
          <a:xfrm>
            <a:off x="13167360" y="274320"/>
            <a:ext cx="548640" cy="548640"/>
          </a:xfrm>
          <a:prstGeom prst="rect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EE161E-F9CC-CDF8-02AD-A2789506468B}"/>
              </a:ext>
            </a:extLst>
          </p:cNvPr>
          <p:cNvSpPr/>
          <p:nvPr/>
        </p:nvSpPr>
        <p:spPr>
          <a:xfrm>
            <a:off x="13716000" y="274320"/>
            <a:ext cx="548640" cy="548640"/>
          </a:xfrm>
          <a:prstGeom prst="rect">
            <a:avLst/>
          </a:prstGeom>
          <a:solidFill>
            <a:srgbClr val="7030A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80B81-008F-F3DC-592D-66C1CE6AF55D}"/>
              </a:ext>
            </a:extLst>
          </p:cNvPr>
          <p:cNvSpPr/>
          <p:nvPr/>
        </p:nvSpPr>
        <p:spPr>
          <a:xfrm>
            <a:off x="12618720" y="822960"/>
            <a:ext cx="548640" cy="548640"/>
          </a:xfrm>
          <a:prstGeom prst="rect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F4072A-AB30-2E84-C635-0BB0C9923FDA}"/>
              </a:ext>
            </a:extLst>
          </p:cNvPr>
          <p:cNvSpPr/>
          <p:nvPr/>
        </p:nvSpPr>
        <p:spPr>
          <a:xfrm>
            <a:off x="13167360" y="822960"/>
            <a:ext cx="548640" cy="548640"/>
          </a:xfrm>
          <a:prstGeom prst="rect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B7D935-2159-A4FF-078B-A851C1F419B9}"/>
              </a:ext>
            </a:extLst>
          </p:cNvPr>
          <p:cNvSpPr/>
          <p:nvPr/>
        </p:nvSpPr>
        <p:spPr>
          <a:xfrm>
            <a:off x="13716000" y="822960"/>
            <a:ext cx="548640" cy="548640"/>
          </a:xfrm>
          <a:prstGeom prst="rect">
            <a:avLst/>
          </a:prstGeom>
          <a:solidFill>
            <a:schemeClr val="accent2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1B66EE-6824-BC16-9E78-A06381C2463F}"/>
              </a:ext>
            </a:extLst>
          </p:cNvPr>
          <p:cNvSpPr/>
          <p:nvPr/>
        </p:nvSpPr>
        <p:spPr>
          <a:xfrm>
            <a:off x="12618720" y="1371600"/>
            <a:ext cx="548640" cy="548640"/>
          </a:xfrm>
          <a:prstGeom prst="rect">
            <a:avLst/>
          </a:prstGeom>
          <a:solidFill>
            <a:schemeClr val="accent2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D9A4E-7A0F-0F43-05E2-033F82679457}"/>
              </a:ext>
            </a:extLst>
          </p:cNvPr>
          <p:cNvSpPr/>
          <p:nvPr/>
        </p:nvSpPr>
        <p:spPr>
          <a:xfrm>
            <a:off x="13167360" y="1371600"/>
            <a:ext cx="548640" cy="548640"/>
          </a:xfrm>
          <a:prstGeom prst="rect">
            <a:avLst/>
          </a:prstGeom>
          <a:solidFill>
            <a:srgbClr val="7030A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DC56CA-0608-7272-606E-33E4049C2202}"/>
              </a:ext>
            </a:extLst>
          </p:cNvPr>
          <p:cNvSpPr/>
          <p:nvPr/>
        </p:nvSpPr>
        <p:spPr>
          <a:xfrm>
            <a:off x="13716000" y="1371600"/>
            <a:ext cx="548640" cy="548640"/>
          </a:xfrm>
          <a:prstGeom prst="rect">
            <a:avLst/>
          </a:prstGeom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17DC05-F0FD-2E45-CBE6-8CD39F6B853C}"/>
              </a:ext>
            </a:extLst>
          </p:cNvPr>
          <p:cNvSpPr txBox="1"/>
          <p:nvPr/>
        </p:nvSpPr>
        <p:spPr>
          <a:xfrm>
            <a:off x="12801600" y="2103120"/>
            <a:ext cx="1132041" cy="521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 màu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0B45FC-006F-6C9D-839D-7811001C24BC}"/>
              </a:ext>
            </a:extLst>
          </p:cNvPr>
          <p:cNvSpPr/>
          <p:nvPr/>
        </p:nvSpPr>
        <p:spPr>
          <a:xfrm>
            <a:off x="12618720" y="4114800"/>
            <a:ext cx="548640" cy="548640"/>
          </a:xfrm>
          <a:prstGeom prst="rect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3FC11D-A6DA-AFAB-2319-3D5A952F3E91}"/>
              </a:ext>
            </a:extLst>
          </p:cNvPr>
          <p:cNvSpPr/>
          <p:nvPr/>
        </p:nvSpPr>
        <p:spPr>
          <a:xfrm>
            <a:off x="13167360" y="4114800"/>
            <a:ext cx="548640" cy="548640"/>
          </a:xfrm>
          <a:prstGeom prst="rect">
            <a:avLst/>
          </a:prstGeom>
          <a:solidFill>
            <a:srgbClr val="7030A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4604EB-DEBF-A6E8-6A66-E5A0720D5E26}"/>
              </a:ext>
            </a:extLst>
          </p:cNvPr>
          <p:cNvSpPr/>
          <p:nvPr/>
        </p:nvSpPr>
        <p:spPr>
          <a:xfrm>
            <a:off x="13716000" y="4114800"/>
            <a:ext cx="548640" cy="548640"/>
          </a:xfrm>
          <a:prstGeom prst="rect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D250AF-BC6D-CEF5-92ED-C81BF0F80DC7}"/>
              </a:ext>
            </a:extLst>
          </p:cNvPr>
          <p:cNvSpPr/>
          <p:nvPr/>
        </p:nvSpPr>
        <p:spPr>
          <a:xfrm>
            <a:off x="12618720" y="4663440"/>
            <a:ext cx="548640" cy="548640"/>
          </a:xfrm>
          <a:prstGeom prst="rect">
            <a:avLst/>
          </a:prstGeom>
          <a:solidFill>
            <a:srgbClr val="7030A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3761E4-62CD-E665-87D6-0A9C01D332CC}"/>
              </a:ext>
            </a:extLst>
          </p:cNvPr>
          <p:cNvSpPr/>
          <p:nvPr/>
        </p:nvSpPr>
        <p:spPr>
          <a:xfrm>
            <a:off x="13167360" y="4663440"/>
            <a:ext cx="548640" cy="548640"/>
          </a:xfrm>
          <a:prstGeom prst="rect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3EAFC-03F8-C3B3-47CD-403D87A7F46A}"/>
              </a:ext>
            </a:extLst>
          </p:cNvPr>
          <p:cNvSpPr/>
          <p:nvPr/>
        </p:nvSpPr>
        <p:spPr>
          <a:xfrm>
            <a:off x="13716000" y="4663440"/>
            <a:ext cx="548640" cy="548640"/>
          </a:xfrm>
          <a:prstGeom prst="rect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6615B3-ED64-C1AE-F71A-6DAC5004F5BE}"/>
              </a:ext>
            </a:extLst>
          </p:cNvPr>
          <p:cNvSpPr/>
          <p:nvPr/>
        </p:nvSpPr>
        <p:spPr>
          <a:xfrm>
            <a:off x="12618720" y="5212080"/>
            <a:ext cx="548640" cy="548640"/>
          </a:xfrm>
          <a:prstGeom prst="rect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E4B725-CC35-DE3A-1224-976805F20E02}"/>
              </a:ext>
            </a:extLst>
          </p:cNvPr>
          <p:cNvSpPr/>
          <p:nvPr/>
        </p:nvSpPr>
        <p:spPr>
          <a:xfrm>
            <a:off x="13167360" y="5212080"/>
            <a:ext cx="548640" cy="548640"/>
          </a:xfrm>
          <a:prstGeom prst="rect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B8B7AF9-AEE9-804E-16F4-40136BBF3089}"/>
              </a:ext>
            </a:extLst>
          </p:cNvPr>
          <p:cNvSpPr/>
          <p:nvPr/>
        </p:nvSpPr>
        <p:spPr>
          <a:xfrm>
            <a:off x="13716000" y="5212080"/>
            <a:ext cx="548640" cy="548640"/>
          </a:xfrm>
          <a:prstGeom prst="rect">
            <a:avLst/>
          </a:prstGeom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36BEDE-F1A6-B707-0F83-76D30E63D7B6}"/>
              </a:ext>
            </a:extLst>
          </p:cNvPr>
          <p:cNvSpPr txBox="1"/>
          <p:nvPr/>
        </p:nvSpPr>
        <p:spPr>
          <a:xfrm>
            <a:off x="12801600" y="5943600"/>
            <a:ext cx="1132041" cy="521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 màu</a:t>
            </a:r>
          </a:p>
        </p:txBody>
      </p:sp>
    </p:spTree>
    <p:extLst>
      <p:ext uri="{BB962C8B-B14F-4D97-AF65-F5344CB8AC3E}">
        <p14:creationId xmlns:p14="http://schemas.microsoft.com/office/powerpoint/2010/main" val="2991517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29674EC-9EFB-CFE5-9D93-9815879AF9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91440"/>
                <a:ext cx="10607040" cy="713232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/>
                  <a:t>Dựng đồ thị 2 phía có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hàng 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cột là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đỉnh vàng 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đỉnh xanh.</a:t>
                </a:r>
              </a:p>
              <a:p>
                <a:r>
                  <a:rPr lang="en-US"/>
                  <a:t>Cạnh: Ô chứa đèn (ứng với 1 hàng và 1 cột)</a:t>
                </a:r>
              </a:p>
              <a:p>
                <a:r>
                  <a:rPr lang="en-US"/>
                  <a:t>Cần tô màu các cạnh (edge coloring) bằng ít màu nhất sau cho 2 cạnh dính vào cùng 1 đỉnh phải khác màu nhau</a:t>
                </a:r>
              </a:p>
              <a:p>
                <a:r>
                  <a:rPr lang="en-US"/>
                  <a:t>NX: Gọi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là bậc (số cạnh dính vào) lớn nhất của một đỉnh thì không thể tô ít hơn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màu.</a:t>
                </a:r>
              </a:p>
              <a:p>
                <a:r>
                  <a:rPr lang="en-US"/>
                  <a:t>Định lý: Số màu ít nhất cần tô cho các cạnh đồ thị tổng quát là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hoặc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/>
              </a:p>
              <a:p>
                <a:r>
                  <a:rPr lang="en-US"/>
                  <a:t>Đối với đồ thị 2 phía, số màu là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29674EC-9EFB-CFE5-9D93-9815879AF9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91440"/>
                <a:ext cx="10607040" cy="7132320"/>
              </a:xfrm>
              <a:blipFill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0730D4-45F6-4586-762A-1A57766F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C7F85-997E-3B5E-9449-29A5EAE86117}"/>
              </a:ext>
            </a:extLst>
          </p:cNvPr>
          <p:cNvSpPr/>
          <p:nvPr/>
        </p:nvSpPr>
        <p:spPr>
          <a:xfrm>
            <a:off x="12070080" y="64008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825CF-9F40-1D2D-7760-919C8ED6F19B}"/>
              </a:ext>
            </a:extLst>
          </p:cNvPr>
          <p:cNvSpPr/>
          <p:nvPr/>
        </p:nvSpPr>
        <p:spPr>
          <a:xfrm>
            <a:off x="12618720" y="64008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35B69-1FE0-6C83-6D1F-F63F1CF55065}"/>
              </a:ext>
            </a:extLst>
          </p:cNvPr>
          <p:cNvSpPr/>
          <p:nvPr/>
        </p:nvSpPr>
        <p:spPr>
          <a:xfrm>
            <a:off x="13167360" y="64008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FE0550-3765-2398-8150-4DD495AB1902}"/>
              </a:ext>
            </a:extLst>
          </p:cNvPr>
          <p:cNvSpPr/>
          <p:nvPr/>
        </p:nvSpPr>
        <p:spPr>
          <a:xfrm>
            <a:off x="12070080" y="118872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05B9D-E9CC-DF29-FAFA-A0855BE3A45C}"/>
              </a:ext>
            </a:extLst>
          </p:cNvPr>
          <p:cNvSpPr/>
          <p:nvPr/>
        </p:nvSpPr>
        <p:spPr>
          <a:xfrm>
            <a:off x="12618720" y="118872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6F16E4-7BF5-3D6C-9E57-3443C1140F90}"/>
              </a:ext>
            </a:extLst>
          </p:cNvPr>
          <p:cNvSpPr/>
          <p:nvPr/>
        </p:nvSpPr>
        <p:spPr>
          <a:xfrm>
            <a:off x="13167360" y="118872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FBE58-B54D-2824-6716-D67C5C9A64BC}"/>
              </a:ext>
            </a:extLst>
          </p:cNvPr>
          <p:cNvSpPr/>
          <p:nvPr/>
        </p:nvSpPr>
        <p:spPr>
          <a:xfrm>
            <a:off x="12070080" y="173736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31D402-3A4F-E076-1665-BFEB38DCE88D}"/>
              </a:ext>
            </a:extLst>
          </p:cNvPr>
          <p:cNvSpPr/>
          <p:nvPr/>
        </p:nvSpPr>
        <p:spPr>
          <a:xfrm>
            <a:off x="12618720" y="173736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0BCA6D3-D496-01E2-2720-BCC35DB55E10}"/>
              </a:ext>
            </a:extLst>
          </p:cNvPr>
          <p:cNvSpPr/>
          <p:nvPr/>
        </p:nvSpPr>
        <p:spPr>
          <a:xfrm>
            <a:off x="13167360" y="1737360"/>
            <a:ext cx="548640" cy="548640"/>
          </a:xfrm>
          <a:prstGeom prst="rect">
            <a:avLst/>
          </a:prstGeom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A23A5AB-F068-854E-5076-410165D31585}"/>
                  </a:ext>
                </a:extLst>
              </p:cNvPr>
              <p:cNvSpPr/>
              <p:nvPr/>
            </p:nvSpPr>
            <p:spPr>
              <a:xfrm>
                <a:off x="10972800" y="356616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A23A5AB-F068-854E-5076-410165D315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3566160"/>
                <a:ext cx="731520" cy="7315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FA8D055-7AB3-EB82-D0F9-F94E36351522}"/>
                  </a:ext>
                </a:extLst>
              </p:cNvPr>
              <p:cNvSpPr/>
              <p:nvPr/>
            </p:nvSpPr>
            <p:spPr>
              <a:xfrm>
                <a:off x="10972800" y="484632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FA8D055-7AB3-EB82-D0F9-F94E363515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4846320"/>
                <a:ext cx="731520" cy="7315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74C1A0-7E1A-AA97-AFE6-0176CC9E30B9}"/>
                  </a:ext>
                </a:extLst>
              </p:cNvPr>
              <p:cNvSpPr/>
              <p:nvPr/>
            </p:nvSpPr>
            <p:spPr>
              <a:xfrm>
                <a:off x="10972800" y="6126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74C1A0-7E1A-AA97-AFE6-0176CC9E30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6126480"/>
                <a:ext cx="731520" cy="7315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57B0014-41EF-DA18-13D0-AE46FACCB7E6}"/>
                  </a:ext>
                </a:extLst>
              </p:cNvPr>
              <p:cNvSpPr/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57B0014-41EF-DA18-13D0-AE46FACCB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D3FAFB2-68BE-BCD9-FD64-79245C8C227A}"/>
                  </a:ext>
                </a:extLst>
              </p:cNvPr>
              <p:cNvSpPr/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D3FAFB2-68BE-BCD9-FD64-79245C8C22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358B70F-2913-DAE1-83C5-A93AAF7D3690}"/>
                  </a:ext>
                </a:extLst>
              </p:cNvPr>
              <p:cNvSpPr/>
              <p:nvPr/>
            </p:nvSpPr>
            <p:spPr>
              <a:xfrm>
                <a:off x="13350240" y="6126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358B70F-2913-DAE1-83C5-A93AAF7D36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6126480"/>
                <a:ext cx="731520" cy="73152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FDB1407-C737-651C-162A-DCF729AD0D34}"/>
              </a:ext>
            </a:extLst>
          </p:cNvPr>
          <p:cNvSpPr/>
          <p:nvPr/>
        </p:nvSpPr>
        <p:spPr>
          <a:xfrm>
            <a:off x="11521440" y="64008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8224B8-AB26-2AD7-0322-9013ADE22710}"/>
              </a:ext>
            </a:extLst>
          </p:cNvPr>
          <p:cNvSpPr/>
          <p:nvPr/>
        </p:nvSpPr>
        <p:spPr>
          <a:xfrm>
            <a:off x="11521440" y="118872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BF8E93-2171-68FC-1246-E0460E5F02B2}"/>
              </a:ext>
            </a:extLst>
          </p:cNvPr>
          <p:cNvSpPr/>
          <p:nvPr/>
        </p:nvSpPr>
        <p:spPr>
          <a:xfrm>
            <a:off x="11521440" y="173736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D891AE-9728-A8A7-F5D3-FE954B714D91}"/>
              </a:ext>
            </a:extLst>
          </p:cNvPr>
          <p:cNvSpPr/>
          <p:nvPr/>
        </p:nvSpPr>
        <p:spPr>
          <a:xfrm>
            <a:off x="12070080" y="9144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599CDE-CDC4-0C76-5492-CC5C3C8A2686}"/>
              </a:ext>
            </a:extLst>
          </p:cNvPr>
          <p:cNvSpPr/>
          <p:nvPr/>
        </p:nvSpPr>
        <p:spPr>
          <a:xfrm>
            <a:off x="12618720" y="9144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9E712A-494A-E8E6-264E-6CAEE6497449}"/>
              </a:ext>
            </a:extLst>
          </p:cNvPr>
          <p:cNvSpPr/>
          <p:nvPr/>
        </p:nvSpPr>
        <p:spPr>
          <a:xfrm>
            <a:off x="13167360" y="9144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7C43773-340A-991E-8B6A-3A8BBA1BB249}"/>
              </a:ext>
            </a:extLst>
          </p:cNvPr>
          <p:cNvCxnSpPr>
            <a:stCxn id="13" idx="6"/>
            <a:endCxn id="16" idx="2"/>
          </p:cNvCxnSpPr>
          <p:nvPr/>
        </p:nvCxnSpPr>
        <p:spPr>
          <a:xfrm>
            <a:off x="11704320" y="3931920"/>
            <a:ext cx="164592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F7B9C8-AA87-E103-F538-61EBC017EBED}"/>
              </a:ext>
            </a:extLst>
          </p:cNvPr>
          <p:cNvCxnSpPr>
            <a:stCxn id="13" idx="6"/>
            <a:endCxn id="17" idx="2"/>
          </p:cNvCxnSpPr>
          <p:nvPr/>
        </p:nvCxnSpPr>
        <p:spPr>
          <a:xfrm>
            <a:off x="11704320" y="393192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88F668-588F-13A8-D5C9-3ACF53D97EFF}"/>
              </a:ext>
            </a:extLst>
          </p:cNvPr>
          <p:cNvCxnSpPr>
            <a:stCxn id="13" idx="6"/>
            <a:endCxn id="18" idx="2"/>
          </p:cNvCxnSpPr>
          <p:nvPr/>
        </p:nvCxnSpPr>
        <p:spPr>
          <a:xfrm>
            <a:off x="11704320" y="3931920"/>
            <a:ext cx="1645920" cy="256032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2C0B90-CF44-EF75-DBB7-3A14AA07D08B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 flipV="1">
            <a:off x="11704320" y="393192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908942-736C-6B03-A0D2-906720E6ED22}"/>
              </a:ext>
            </a:extLst>
          </p:cNvPr>
          <p:cNvCxnSpPr>
            <a:stCxn id="14" idx="6"/>
            <a:endCxn id="17" idx="2"/>
          </p:cNvCxnSpPr>
          <p:nvPr/>
        </p:nvCxnSpPr>
        <p:spPr>
          <a:xfrm>
            <a:off x="11704320" y="5212080"/>
            <a:ext cx="164592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F44AC8-D435-3A3E-D971-48FF98AF773F}"/>
              </a:ext>
            </a:extLst>
          </p:cNvPr>
          <p:cNvCxnSpPr>
            <a:stCxn id="14" idx="6"/>
            <a:endCxn id="18" idx="2"/>
          </p:cNvCxnSpPr>
          <p:nvPr/>
        </p:nvCxnSpPr>
        <p:spPr>
          <a:xfrm>
            <a:off x="11704320" y="521208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4EF3B06-A8B7-8EEF-154C-ED99B922D2B5}"/>
              </a:ext>
            </a:extLst>
          </p:cNvPr>
          <p:cNvCxnSpPr>
            <a:stCxn id="15" idx="6"/>
            <a:endCxn id="16" idx="2"/>
          </p:cNvCxnSpPr>
          <p:nvPr/>
        </p:nvCxnSpPr>
        <p:spPr>
          <a:xfrm flipV="1">
            <a:off x="11704320" y="3931920"/>
            <a:ext cx="1645920" cy="256032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2563CD-6D46-7A72-8868-E4220E3480C6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 flipV="1">
            <a:off x="11704320" y="521208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977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8342B-0EA7-2AA5-BD44-74403A68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F708288-52A5-5AB1-795F-6B31403C9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91440"/>
                <a:ext cx="10607040" cy="713232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Xác định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, bảng màu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1,2,…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Xét lần lượt từng cạnh, với mỗi cạnh, chọn màu bất kỳ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/>
                  <a:t> không xung đột với những cạnh đã tô và tô màu luôn cạnh đó.</a:t>
                </a:r>
              </a:p>
              <a:p>
                <a:r>
                  <a:rPr lang="en-US"/>
                  <a:t>Xử lý vấn đề phát sinh: Khi xét tới một cạnh mà bất kỳ màu nào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/>
                  <a:t> cũng xung đột với các cạnh đã tô.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F708288-52A5-5AB1-795F-6B31403C9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91440"/>
                <a:ext cx="10607040" cy="7132320"/>
              </a:xfrm>
              <a:blipFill>
                <a:blip r:embed="rId2"/>
                <a:stretch>
                  <a:fillRect t="-855" r="-517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96238-12FC-1360-218E-3CAA6245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5233C-E913-5F0C-6A01-6662E7307784}"/>
              </a:ext>
            </a:extLst>
          </p:cNvPr>
          <p:cNvSpPr/>
          <p:nvPr/>
        </p:nvSpPr>
        <p:spPr>
          <a:xfrm>
            <a:off x="12070080" y="64008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9DA747-683C-291F-C729-0DFFB3DCBCFD}"/>
              </a:ext>
            </a:extLst>
          </p:cNvPr>
          <p:cNvSpPr/>
          <p:nvPr/>
        </p:nvSpPr>
        <p:spPr>
          <a:xfrm>
            <a:off x="12618720" y="64008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D0837-1849-3CB4-0C4D-0CC7A156FAFA}"/>
              </a:ext>
            </a:extLst>
          </p:cNvPr>
          <p:cNvSpPr/>
          <p:nvPr/>
        </p:nvSpPr>
        <p:spPr>
          <a:xfrm>
            <a:off x="13167360" y="64008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40CDE5-76D6-2230-C916-250571F15794}"/>
              </a:ext>
            </a:extLst>
          </p:cNvPr>
          <p:cNvSpPr/>
          <p:nvPr/>
        </p:nvSpPr>
        <p:spPr>
          <a:xfrm>
            <a:off x="12070080" y="118872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F853A1-8898-6B05-BD1B-B55945A2AEAE}"/>
              </a:ext>
            </a:extLst>
          </p:cNvPr>
          <p:cNvSpPr/>
          <p:nvPr/>
        </p:nvSpPr>
        <p:spPr>
          <a:xfrm>
            <a:off x="12618720" y="118872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C8DDC5-F185-3965-B6F1-A474ABE60D07}"/>
              </a:ext>
            </a:extLst>
          </p:cNvPr>
          <p:cNvSpPr/>
          <p:nvPr/>
        </p:nvSpPr>
        <p:spPr>
          <a:xfrm>
            <a:off x="13167360" y="118872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61D0E-F244-9A9A-25E5-426321DFB0EA}"/>
              </a:ext>
            </a:extLst>
          </p:cNvPr>
          <p:cNvSpPr/>
          <p:nvPr/>
        </p:nvSpPr>
        <p:spPr>
          <a:xfrm>
            <a:off x="12070080" y="173736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C54A1C-F209-678A-D813-C3ABE2D32D39}"/>
              </a:ext>
            </a:extLst>
          </p:cNvPr>
          <p:cNvSpPr/>
          <p:nvPr/>
        </p:nvSpPr>
        <p:spPr>
          <a:xfrm>
            <a:off x="12618720" y="1737360"/>
            <a:ext cx="548640" cy="548640"/>
          </a:xfrm>
          <a:prstGeom prst="rect">
            <a:avLst/>
          </a:prstGeom>
          <a:solidFill>
            <a:schemeClr val="bg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76DEC5A-2B2E-DCEB-E649-730BEB59E3FF}"/>
              </a:ext>
            </a:extLst>
          </p:cNvPr>
          <p:cNvSpPr/>
          <p:nvPr/>
        </p:nvSpPr>
        <p:spPr>
          <a:xfrm>
            <a:off x="13167360" y="1737360"/>
            <a:ext cx="548640" cy="548640"/>
          </a:xfrm>
          <a:prstGeom prst="rect">
            <a:avLst/>
          </a:prstGeom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F79535F-BCBF-92D7-71C7-C0E5E5E92A0E}"/>
                  </a:ext>
                </a:extLst>
              </p:cNvPr>
              <p:cNvSpPr/>
              <p:nvPr/>
            </p:nvSpPr>
            <p:spPr>
              <a:xfrm>
                <a:off x="10972800" y="356616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F79535F-BCBF-92D7-71C7-C0E5E5E92A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3566160"/>
                <a:ext cx="731520" cy="7315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DA9FB9D-EA12-C2AD-3A13-8174809FD200}"/>
                  </a:ext>
                </a:extLst>
              </p:cNvPr>
              <p:cNvSpPr/>
              <p:nvPr/>
            </p:nvSpPr>
            <p:spPr>
              <a:xfrm>
                <a:off x="10972800" y="484632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DA9FB9D-EA12-C2AD-3A13-8174809FD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4846320"/>
                <a:ext cx="731520" cy="7315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5032877-435A-C8B6-584D-F44DF9A0202F}"/>
                  </a:ext>
                </a:extLst>
              </p:cNvPr>
              <p:cNvSpPr/>
              <p:nvPr/>
            </p:nvSpPr>
            <p:spPr>
              <a:xfrm>
                <a:off x="10972800" y="612648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5032877-435A-C8B6-584D-F44DF9A020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6126480"/>
                <a:ext cx="731520" cy="7315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CBCDD3C-9DE1-D07C-49DD-62F2061A77EC}"/>
                  </a:ext>
                </a:extLst>
              </p:cNvPr>
              <p:cNvSpPr/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CBCDD3C-9DE1-D07C-49DD-62F2061A7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C96CB8B-288A-6754-B503-AB8A7D88800B}"/>
                  </a:ext>
                </a:extLst>
              </p:cNvPr>
              <p:cNvSpPr/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C96CB8B-288A-6754-B503-AB8A7D888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CBF4590-B865-013C-1D59-A206D16C118D}"/>
                  </a:ext>
                </a:extLst>
              </p:cNvPr>
              <p:cNvSpPr/>
              <p:nvPr/>
            </p:nvSpPr>
            <p:spPr>
              <a:xfrm>
                <a:off x="13350240" y="612648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CBF4590-B865-013C-1D59-A206D16C1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6126480"/>
                <a:ext cx="731520" cy="73152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32BCCDAA-E8A7-B30B-CF7E-F15B29A25638}"/>
              </a:ext>
            </a:extLst>
          </p:cNvPr>
          <p:cNvSpPr/>
          <p:nvPr/>
        </p:nvSpPr>
        <p:spPr>
          <a:xfrm>
            <a:off x="11521440" y="64008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D48EA1-13FB-CF1F-A1F9-3929ACCB57DE}"/>
              </a:ext>
            </a:extLst>
          </p:cNvPr>
          <p:cNvSpPr/>
          <p:nvPr/>
        </p:nvSpPr>
        <p:spPr>
          <a:xfrm>
            <a:off x="11521440" y="118872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41ABED-12DE-29BE-7AAF-AD41E845464E}"/>
              </a:ext>
            </a:extLst>
          </p:cNvPr>
          <p:cNvSpPr/>
          <p:nvPr/>
        </p:nvSpPr>
        <p:spPr>
          <a:xfrm>
            <a:off x="11521440" y="173736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7AED86-9A4E-C677-9BAB-9E46E88D83CB}"/>
              </a:ext>
            </a:extLst>
          </p:cNvPr>
          <p:cNvSpPr/>
          <p:nvPr/>
        </p:nvSpPr>
        <p:spPr>
          <a:xfrm>
            <a:off x="12070080" y="9144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5FF1A8-ED3C-0781-3266-1C989C383309}"/>
              </a:ext>
            </a:extLst>
          </p:cNvPr>
          <p:cNvSpPr/>
          <p:nvPr/>
        </p:nvSpPr>
        <p:spPr>
          <a:xfrm>
            <a:off x="12618720" y="9144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235668-09A0-740A-F4B2-429C429F63D1}"/>
              </a:ext>
            </a:extLst>
          </p:cNvPr>
          <p:cNvSpPr/>
          <p:nvPr/>
        </p:nvSpPr>
        <p:spPr>
          <a:xfrm>
            <a:off x="13167360" y="91440"/>
            <a:ext cx="548640" cy="54864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472A20-E95C-D8FA-5345-D1AD88960E31}"/>
              </a:ext>
            </a:extLst>
          </p:cNvPr>
          <p:cNvCxnSpPr>
            <a:stCxn id="13" idx="6"/>
            <a:endCxn id="16" idx="2"/>
          </p:cNvCxnSpPr>
          <p:nvPr/>
        </p:nvCxnSpPr>
        <p:spPr>
          <a:xfrm>
            <a:off x="11704320" y="3931920"/>
            <a:ext cx="164592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0A6A9EF-EEA6-FD5C-337D-FDBE3599DC14}"/>
              </a:ext>
            </a:extLst>
          </p:cNvPr>
          <p:cNvCxnSpPr>
            <a:stCxn id="13" idx="6"/>
            <a:endCxn id="17" idx="2"/>
          </p:cNvCxnSpPr>
          <p:nvPr/>
        </p:nvCxnSpPr>
        <p:spPr>
          <a:xfrm>
            <a:off x="11704320" y="393192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E055FF-BF48-A1FF-32BF-44837484B251}"/>
              </a:ext>
            </a:extLst>
          </p:cNvPr>
          <p:cNvCxnSpPr>
            <a:stCxn id="13" idx="6"/>
            <a:endCxn id="18" idx="2"/>
          </p:cNvCxnSpPr>
          <p:nvPr/>
        </p:nvCxnSpPr>
        <p:spPr>
          <a:xfrm>
            <a:off x="11704320" y="3931920"/>
            <a:ext cx="1645920" cy="256032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1FF356-DE4B-EC5A-42E9-08D15B24AB78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 flipV="1">
            <a:off x="11704320" y="393192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899795F-AFF2-86DE-C50E-8FB477B17198}"/>
              </a:ext>
            </a:extLst>
          </p:cNvPr>
          <p:cNvCxnSpPr>
            <a:stCxn id="14" idx="6"/>
            <a:endCxn id="17" idx="2"/>
          </p:cNvCxnSpPr>
          <p:nvPr/>
        </p:nvCxnSpPr>
        <p:spPr>
          <a:xfrm>
            <a:off x="11704320" y="5212080"/>
            <a:ext cx="164592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C3D52A-2D45-D311-8680-741236867CC4}"/>
              </a:ext>
            </a:extLst>
          </p:cNvPr>
          <p:cNvCxnSpPr>
            <a:stCxn id="14" idx="6"/>
            <a:endCxn id="18" idx="2"/>
          </p:cNvCxnSpPr>
          <p:nvPr/>
        </p:nvCxnSpPr>
        <p:spPr>
          <a:xfrm>
            <a:off x="11704320" y="521208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8EFF391-DDF3-9C46-37CB-7A92E2F507B6}"/>
              </a:ext>
            </a:extLst>
          </p:cNvPr>
          <p:cNvCxnSpPr>
            <a:stCxn id="15" idx="6"/>
            <a:endCxn id="16" idx="2"/>
          </p:cNvCxnSpPr>
          <p:nvPr/>
        </p:nvCxnSpPr>
        <p:spPr>
          <a:xfrm flipV="1">
            <a:off x="11704320" y="3931920"/>
            <a:ext cx="1645920" cy="256032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110909-FDD7-CBBB-8DAA-E527612B2B87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 flipV="1">
            <a:off x="11704320" y="5212080"/>
            <a:ext cx="1645920" cy="128016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389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E7C5-3AFB-8E0C-CA42-EC6E59CA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06DDFE-4FD9-667D-B822-21E030AFD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91440"/>
                <a:ext cx="9144000" cy="7132320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/>
                  <a:t>Xử lý vấn đề phát sinh: Khi xét tới một cạnh mà bất kỳ màu nào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/>
                  <a:t> cũng xung đột với các cạnh đã tô.</a:t>
                </a:r>
              </a:p>
              <a:p>
                <a:r>
                  <a:rPr lang="en-US"/>
                  <a:t>Giả sử có cạnh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mà tô màu gì cũng sai</a:t>
                </a:r>
              </a:p>
              <a:p>
                <a:r>
                  <a:rPr lang="en-US"/>
                  <a:t>Vì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/>
                  <a:t> và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và có cạnh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chưa tô </a:t>
                </a:r>
              </a:p>
              <a:p>
                <a:pPr lvl="1"/>
                <a:r>
                  <a:rPr lang="en-US"/>
                  <a:t>Còn màu không dính vào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(Đỏ)</a:t>
                </a:r>
              </a:p>
              <a:p>
                <a:pPr lvl="1"/>
                <a:r>
                  <a:rPr lang="en-US"/>
                  <a:t>Còn màu không dính vào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(Xanh)</a:t>
                </a:r>
              </a:p>
              <a:p>
                <a:r>
                  <a:rPr lang="en-US"/>
                  <a:t>Từ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đi theo cạnh Xanh (nếu có) sang tập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Từ một đỉnh bên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, đi theo cạnh Đỏ (nếu có) sang tập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 Đường đi với các cạnh xanh/đỏ xen kẽ.</a:t>
                </a:r>
              </a:p>
              <a:p>
                <a:r>
                  <a:rPr lang="en-US"/>
                  <a:t>Dọc trên đường đi, đảo màu Xanh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</m:oMath>
                </a14:m>
                <a:r>
                  <a:rPr lang="en-US"/>
                  <a:t> Đỏ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06DDFE-4FD9-667D-B822-21E030AFD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91440"/>
                <a:ext cx="9144000" cy="7132320"/>
              </a:xfrm>
              <a:blipFill>
                <a:blip r:embed="rId2"/>
                <a:stretch>
                  <a:fillRect t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6851695-1D05-9F95-1E12-D807FC808233}"/>
                  </a:ext>
                </a:extLst>
              </p:cNvPr>
              <p:cNvSpPr/>
              <p:nvPr/>
            </p:nvSpPr>
            <p:spPr>
              <a:xfrm>
                <a:off x="10789920" y="484632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6851695-1D05-9F95-1E12-D807FC8082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920" y="4846320"/>
                <a:ext cx="731520" cy="7315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AD77AD2-502D-E3F0-E606-EEDB69ECDDE8}"/>
                  </a:ext>
                </a:extLst>
              </p:cNvPr>
              <p:cNvSpPr/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AD77AD2-502D-E3F0-E606-EEDB69ECDD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530DC5-1D83-20B3-E6E2-5E265985711C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>
            <a:off x="11521440" y="5212080"/>
            <a:ext cx="182880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3732B41-4430-4176-294D-68566FB5C46A}"/>
              </a:ext>
            </a:extLst>
          </p:cNvPr>
          <p:cNvSpPr txBox="1"/>
          <p:nvPr/>
        </p:nvSpPr>
        <p:spPr>
          <a:xfrm>
            <a:off x="10058400" y="5760720"/>
            <a:ext cx="1675459" cy="950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Không có </a:t>
            </a:r>
          </a:p>
          <a:p>
            <a:r>
              <a:rPr lang="en-US"/>
              <a:t>đỏ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E6711C-43EF-C6CB-D45C-698CACCC5D9E}"/>
              </a:ext>
            </a:extLst>
          </p:cNvPr>
          <p:cNvSpPr txBox="1"/>
          <p:nvPr/>
        </p:nvSpPr>
        <p:spPr>
          <a:xfrm>
            <a:off x="12911910" y="5760720"/>
            <a:ext cx="1675459" cy="950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Không có </a:t>
            </a:r>
          </a:p>
          <a:p>
            <a:r>
              <a:rPr lang="en-US"/>
              <a:t>xanh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E410A1C-61DD-F40B-6019-BD31D3EDBD09}"/>
                  </a:ext>
                </a:extLst>
              </p:cNvPr>
              <p:cNvSpPr/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E410A1C-61DD-F40B-6019-BD31D3EDBD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8658664-23EB-4D0B-9F53-E8FB7CE34F02}"/>
              </a:ext>
            </a:extLst>
          </p:cNvPr>
          <p:cNvCxnSpPr>
            <a:cxnSpLocks/>
            <a:stCxn id="25" idx="6"/>
            <a:endCxn id="39" idx="2"/>
          </p:cNvCxnSpPr>
          <p:nvPr/>
        </p:nvCxnSpPr>
        <p:spPr>
          <a:xfrm flipV="1">
            <a:off x="11521440" y="3931920"/>
            <a:ext cx="1828800" cy="1280160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C2B5D66-5788-2838-2520-D7116CC3A974}"/>
                  </a:ext>
                </a:extLst>
              </p:cNvPr>
              <p:cNvSpPr/>
              <p:nvPr/>
            </p:nvSpPr>
            <p:spPr>
              <a:xfrm>
                <a:off x="10789920" y="356616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C2B5D66-5788-2838-2520-D7116CC3A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920" y="3566160"/>
                <a:ext cx="731520" cy="7315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A3E03-E76A-9576-0D8A-FBDB86363EAC}"/>
              </a:ext>
            </a:extLst>
          </p:cNvPr>
          <p:cNvCxnSpPr>
            <a:cxnSpLocks/>
            <a:stCxn id="46" idx="6"/>
            <a:endCxn id="39" idx="2"/>
          </p:cNvCxnSpPr>
          <p:nvPr/>
        </p:nvCxnSpPr>
        <p:spPr>
          <a:xfrm>
            <a:off x="11521440" y="3931920"/>
            <a:ext cx="1828800" cy="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74172EF-9388-86C9-EA7F-BCC9757C16A5}"/>
                  </a:ext>
                </a:extLst>
              </p:cNvPr>
              <p:cNvSpPr/>
              <p:nvPr/>
            </p:nvSpPr>
            <p:spPr>
              <a:xfrm>
                <a:off x="13350240" y="2248348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74172EF-9388-86C9-EA7F-BCC9757C1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2248348"/>
                <a:ext cx="731520" cy="7315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48D366C-2D5A-7FBA-6CF3-2D3A8110B20A}"/>
              </a:ext>
            </a:extLst>
          </p:cNvPr>
          <p:cNvCxnSpPr>
            <a:cxnSpLocks/>
            <a:stCxn id="46" idx="6"/>
            <a:endCxn id="54" idx="2"/>
          </p:cNvCxnSpPr>
          <p:nvPr/>
        </p:nvCxnSpPr>
        <p:spPr>
          <a:xfrm flipV="1">
            <a:off x="11521440" y="2614108"/>
            <a:ext cx="1828800" cy="1317812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73F8555-84DB-CED1-6FC1-3837B2E6BB62}"/>
              </a:ext>
            </a:extLst>
          </p:cNvPr>
          <p:cNvCxnSpPr>
            <a:cxnSpLocks/>
            <a:stCxn id="63" idx="6"/>
            <a:endCxn id="54" idx="2"/>
          </p:cNvCxnSpPr>
          <p:nvPr/>
        </p:nvCxnSpPr>
        <p:spPr>
          <a:xfrm flipV="1">
            <a:off x="11521440" y="2614108"/>
            <a:ext cx="1828800" cy="37652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B24CE66-2E9E-A0BE-B4B7-198B0F0FD076}"/>
                  </a:ext>
                </a:extLst>
              </p:cNvPr>
              <p:cNvSpPr/>
              <p:nvPr/>
            </p:nvSpPr>
            <p:spPr>
              <a:xfrm>
                <a:off x="10789920" y="228600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B24CE66-2E9E-A0BE-B4B7-198B0F0FD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920" y="2286000"/>
                <a:ext cx="731520" cy="73152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261AA2F-DB13-0376-713A-1107CE199AFC}"/>
                  </a:ext>
                </a:extLst>
              </p:cNvPr>
              <p:cNvSpPr/>
              <p:nvPr/>
            </p:nvSpPr>
            <p:spPr>
              <a:xfrm>
                <a:off x="13350240" y="82296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261AA2F-DB13-0376-713A-1107CE199A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822960"/>
                <a:ext cx="731520" cy="73152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71DE828-CD94-75D1-85A5-770A13E5BC9F}"/>
              </a:ext>
            </a:extLst>
          </p:cNvPr>
          <p:cNvCxnSpPr>
            <a:cxnSpLocks/>
            <a:stCxn id="63" idx="6"/>
            <a:endCxn id="67" idx="2"/>
          </p:cNvCxnSpPr>
          <p:nvPr/>
        </p:nvCxnSpPr>
        <p:spPr>
          <a:xfrm flipV="1">
            <a:off x="11521440" y="1188720"/>
            <a:ext cx="1828800" cy="1463040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DCE8471-9375-84C2-03C1-EA132DA2F4B2}"/>
              </a:ext>
            </a:extLst>
          </p:cNvPr>
          <p:cNvSpPr txBox="1"/>
          <p:nvPr/>
        </p:nvSpPr>
        <p:spPr>
          <a:xfrm>
            <a:off x="11521440" y="0"/>
            <a:ext cx="2428870" cy="950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Không còn </a:t>
            </a:r>
          </a:p>
          <a:p>
            <a:r>
              <a:rPr lang="en-US"/>
              <a:t>cạnh đỏ đi tiếp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FCF8018-5B45-C64E-710E-C899127CD30B}"/>
              </a:ext>
            </a:extLst>
          </p:cNvPr>
          <p:cNvCxnSpPr>
            <a:endCxn id="67" idx="2"/>
          </p:cNvCxnSpPr>
          <p:nvPr/>
        </p:nvCxnSpPr>
        <p:spPr>
          <a:xfrm>
            <a:off x="11704320" y="1188720"/>
            <a:ext cx="1645920" cy="0"/>
          </a:xfrm>
          <a:prstGeom prst="line">
            <a:avLst/>
          </a:prstGeom>
          <a:ln w="76200" cap="rnd">
            <a:solidFill>
              <a:srgbClr val="FF0000"/>
            </a:solidFill>
            <a:prstDash val="sysDot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999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C002F-A0F1-0EB6-C935-01E97240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C920624-F6CA-87EB-5E8C-E40AC4EE3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91440"/>
                <a:ext cx="9144000" cy="7132320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/>
                  <a:t>Xử lý vấn đề phát sinh: Khi xét tới một cạnh mà bất kỳ màu nào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/>
                  <a:t> cũng xung đột với các cạnh đã tô.</a:t>
                </a:r>
              </a:p>
              <a:p>
                <a:r>
                  <a:rPr lang="en-US"/>
                  <a:t>Giả sử có cạnh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mà tô màu gì cũng sai</a:t>
                </a:r>
              </a:p>
              <a:p>
                <a:r>
                  <a:rPr lang="en-US"/>
                  <a:t>Vì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/>
                  <a:t> và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và có cạnh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chưa tô </a:t>
                </a:r>
              </a:p>
              <a:p>
                <a:pPr lvl="1"/>
                <a:r>
                  <a:rPr lang="en-US"/>
                  <a:t>Còn màu không dính vào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(Đỏ)</a:t>
                </a:r>
              </a:p>
              <a:p>
                <a:pPr lvl="1"/>
                <a:r>
                  <a:rPr lang="en-US"/>
                  <a:t>Còn màu không dính vào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(Xanh)</a:t>
                </a:r>
              </a:p>
              <a:p>
                <a:r>
                  <a:rPr lang="en-US"/>
                  <a:t>Từ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đi theo cạnh Xanh (nếu có) sang tập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Từ một đỉnh bên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, đi theo cạnh Đỏ (nếu có) sang tập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 Đường đi với các cạnh xanh/đỏ xen kẽ.</a:t>
                </a:r>
              </a:p>
              <a:p>
                <a:r>
                  <a:rPr lang="en-US"/>
                  <a:t>Dọc trên đường đi, đảo màu Xanh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</m:oMath>
                </a14:m>
                <a:r>
                  <a:rPr lang="en-US"/>
                  <a:t> Đỏ rồi tô màu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thành xanh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C920624-F6CA-87EB-5E8C-E40AC4EE3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91440"/>
                <a:ext cx="9144000" cy="7132320"/>
              </a:xfrm>
              <a:blipFill>
                <a:blip r:embed="rId2"/>
                <a:stretch>
                  <a:fillRect t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E7B4199-B200-D9B3-67A7-E66730741028}"/>
                  </a:ext>
                </a:extLst>
              </p:cNvPr>
              <p:cNvSpPr/>
              <p:nvPr/>
            </p:nvSpPr>
            <p:spPr>
              <a:xfrm>
                <a:off x="10789920" y="484632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E7B4199-B200-D9B3-67A7-E66730741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920" y="4846320"/>
                <a:ext cx="731520" cy="7315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B03D646-C480-A13B-9A86-46CA6B0FEA2E}"/>
                  </a:ext>
                </a:extLst>
              </p:cNvPr>
              <p:cNvSpPr/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B03D646-C480-A13B-9A86-46CA6B0FE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4846320"/>
                <a:ext cx="731520" cy="7315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993B65B-A899-9C52-B10E-8202A62E997E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>
            <a:off x="11521440" y="5212080"/>
            <a:ext cx="1828800" cy="0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544F396-8AE7-2EBF-A8B6-E67CA6130E65}"/>
              </a:ext>
            </a:extLst>
          </p:cNvPr>
          <p:cNvSpPr txBox="1"/>
          <p:nvPr/>
        </p:nvSpPr>
        <p:spPr>
          <a:xfrm>
            <a:off x="10058400" y="5760720"/>
            <a:ext cx="1675459" cy="950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Không có </a:t>
            </a:r>
          </a:p>
          <a:p>
            <a:r>
              <a:rPr lang="en-US"/>
              <a:t>xanh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3D0133-96DB-3DAA-9C8B-187EABB9C6E7}"/>
              </a:ext>
            </a:extLst>
          </p:cNvPr>
          <p:cNvSpPr txBox="1"/>
          <p:nvPr/>
        </p:nvSpPr>
        <p:spPr>
          <a:xfrm>
            <a:off x="12911910" y="5760720"/>
            <a:ext cx="1675459" cy="950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Không có </a:t>
            </a:r>
          </a:p>
          <a:p>
            <a:r>
              <a:rPr lang="en-US"/>
              <a:t>xanh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7948D82-17AB-48A0-F105-B5F6B81B9906}"/>
                  </a:ext>
                </a:extLst>
              </p:cNvPr>
              <p:cNvSpPr/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7948D82-17AB-48A0-F105-B5F6B81B99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3566160"/>
                <a:ext cx="731520" cy="7315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EDB52E-37BE-F0F6-B15A-4AC64C76A8D2}"/>
              </a:ext>
            </a:extLst>
          </p:cNvPr>
          <p:cNvCxnSpPr>
            <a:cxnSpLocks/>
            <a:stCxn id="25" idx="6"/>
            <a:endCxn id="39" idx="2"/>
          </p:cNvCxnSpPr>
          <p:nvPr/>
        </p:nvCxnSpPr>
        <p:spPr>
          <a:xfrm flipV="1">
            <a:off x="11521440" y="3931920"/>
            <a:ext cx="1828800" cy="128016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B063DE4-EA0D-3638-A61E-44E838E60EFA}"/>
                  </a:ext>
                </a:extLst>
              </p:cNvPr>
              <p:cNvSpPr/>
              <p:nvPr/>
            </p:nvSpPr>
            <p:spPr>
              <a:xfrm>
                <a:off x="10789920" y="356616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B063DE4-EA0D-3638-A61E-44E838E60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920" y="3566160"/>
                <a:ext cx="731520" cy="7315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2C3D16C-6846-2236-2B9A-24B99246ED39}"/>
              </a:ext>
            </a:extLst>
          </p:cNvPr>
          <p:cNvCxnSpPr>
            <a:cxnSpLocks/>
            <a:stCxn id="46" idx="6"/>
            <a:endCxn id="39" idx="2"/>
          </p:cNvCxnSpPr>
          <p:nvPr/>
        </p:nvCxnSpPr>
        <p:spPr>
          <a:xfrm>
            <a:off x="11521440" y="3931920"/>
            <a:ext cx="1828800" cy="0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16E54F7-CB8B-F07A-D09B-00240ADF8CDA}"/>
                  </a:ext>
                </a:extLst>
              </p:cNvPr>
              <p:cNvSpPr/>
              <p:nvPr/>
            </p:nvSpPr>
            <p:spPr>
              <a:xfrm>
                <a:off x="13350240" y="2248348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16E54F7-CB8B-F07A-D09B-00240ADF8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2248348"/>
                <a:ext cx="731520" cy="7315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6AFE401-AA3E-6D9F-FFB8-A1CE543928B5}"/>
              </a:ext>
            </a:extLst>
          </p:cNvPr>
          <p:cNvCxnSpPr>
            <a:cxnSpLocks/>
            <a:stCxn id="46" idx="6"/>
            <a:endCxn id="54" idx="2"/>
          </p:cNvCxnSpPr>
          <p:nvPr/>
        </p:nvCxnSpPr>
        <p:spPr>
          <a:xfrm flipV="1">
            <a:off x="11521440" y="2614108"/>
            <a:ext cx="1828800" cy="1317812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269D41-567D-0442-D51D-6955F8A110DB}"/>
              </a:ext>
            </a:extLst>
          </p:cNvPr>
          <p:cNvCxnSpPr>
            <a:cxnSpLocks/>
            <a:stCxn id="63" idx="6"/>
            <a:endCxn id="54" idx="2"/>
          </p:cNvCxnSpPr>
          <p:nvPr/>
        </p:nvCxnSpPr>
        <p:spPr>
          <a:xfrm flipV="1">
            <a:off x="11521440" y="2614108"/>
            <a:ext cx="1828800" cy="37652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F696D7D-417F-E09F-38A6-06676059F4C2}"/>
                  </a:ext>
                </a:extLst>
              </p:cNvPr>
              <p:cNvSpPr/>
              <p:nvPr/>
            </p:nvSpPr>
            <p:spPr>
              <a:xfrm>
                <a:off x="10789920" y="228600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F696D7D-417F-E09F-38A6-06676059F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920" y="2286000"/>
                <a:ext cx="731520" cy="73152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285F1ABD-00D2-6CBA-1AC0-437F0B1B4B90}"/>
                  </a:ext>
                </a:extLst>
              </p:cNvPr>
              <p:cNvSpPr/>
              <p:nvPr/>
            </p:nvSpPr>
            <p:spPr>
              <a:xfrm>
                <a:off x="13350240" y="82296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285F1ABD-00D2-6CBA-1AC0-437F0B1B4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240" y="822960"/>
                <a:ext cx="731520" cy="73152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D0E18B5-BC68-38CE-E34D-ECABAE617F9B}"/>
              </a:ext>
            </a:extLst>
          </p:cNvPr>
          <p:cNvCxnSpPr>
            <a:cxnSpLocks/>
            <a:stCxn id="63" idx="6"/>
            <a:endCxn id="67" idx="2"/>
          </p:cNvCxnSpPr>
          <p:nvPr/>
        </p:nvCxnSpPr>
        <p:spPr>
          <a:xfrm flipV="1">
            <a:off x="11521440" y="1188720"/>
            <a:ext cx="1828800" cy="146304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FF1F6B8-8E1A-2BFD-69C1-06A6A780528C}"/>
              </a:ext>
            </a:extLst>
          </p:cNvPr>
          <p:cNvSpPr txBox="1"/>
          <p:nvPr/>
        </p:nvSpPr>
        <p:spPr>
          <a:xfrm>
            <a:off x="11521440" y="0"/>
            <a:ext cx="2428870" cy="950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Không còn </a:t>
            </a:r>
          </a:p>
          <a:p>
            <a:r>
              <a:rPr lang="en-US"/>
              <a:t>cạnh đỏ đi tiếp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560526A-C1B8-EA1D-3359-A760C69CB62B}"/>
              </a:ext>
            </a:extLst>
          </p:cNvPr>
          <p:cNvCxnSpPr>
            <a:endCxn id="67" idx="2"/>
          </p:cNvCxnSpPr>
          <p:nvPr/>
        </p:nvCxnSpPr>
        <p:spPr>
          <a:xfrm>
            <a:off x="11704320" y="1188720"/>
            <a:ext cx="1645920" cy="0"/>
          </a:xfrm>
          <a:prstGeom prst="line">
            <a:avLst/>
          </a:prstGeom>
          <a:ln w="76200" cap="rnd">
            <a:solidFill>
              <a:srgbClr val="FF0000"/>
            </a:solidFill>
            <a:prstDash val="sysDot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49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6B33-4717-DAED-6E1B-126DC263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E2787F-EACB-8459-419A-980F2881E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7DB5EDA-9223-BD1B-7FAC-D86C56490E2E}"/>
                  </a:ext>
                </a:extLst>
              </p:cNvPr>
              <p:cNvSpPr/>
              <p:nvPr/>
            </p:nvSpPr>
            <p:spPr>
              <a:xfrm>
                <a:off x="7863840" y="82296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7DB5EDA-9223-BD1B-7FAC-D86C56490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822960"/>
                <a:ext cx="731520" cy="7315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6D9BCAE-A9F4-8616-96D4-8E024B5A5118}"/>
                  </a:ext>
                </a:extLst>
              </p:cNvPr>
              <p:cNvSpPr/>
              <p:nvPr/>
            </p:nvSpPr>
            <p:spPr>
              <a:xfrm>
                <a:off x="7863840" y="320040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6D9BCAE-A9F4-8616-96D4-8E024B5A5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3200400"/>
                <a:ext cx="731520" cy="7315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608FB3F-A670-7D33-AB9E-778BDBFC7699}"/>
                  </a:ext>
                </a:extLst>
              </p:cNvPr>
              <p:cNvSpPr/>
              <p:nvPr/>
            </p:nvSpPr>
            <p:spPr>
              <a:xfrm>
                <a:off x="7863840" y="6492240"/>
                <a:ext cx="731520" cy="731520"/>
              </a:xfrm>
              <a:prstGeom prst="ellipse">
                <a:avLst/>
              </a:prstGeom>
              <a:solidFill>
                <a:schemeClr val="bg2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608FB3F-A670-7D33-AB9E-778BDBFC76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6492240"/>
                <a:ext cx="731520" cy="7315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C599302-395E-5671-C9AC-669DE584AED8}"/>
                  </a:ext>
                </a:extLst>
              </p:cNvPr>
              <p:cNvSpPr/>
              <p:nvPr/>
            </p:nvSpPr>
            <p:spPr>
              <a:xfrm>
                <a:off x="11704320" y="82296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C599302-395E-5671-C9AC-669DE584A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320" y="822960"/>
                <a:ext cx="731520" cy="7315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68E7F24-3E25-5256-8101-EE940720C923}"/>
                  </a:ext>
                </a:extLst>
              </p:cNvPr>
              <p:cNvSpPr/>
              <p:nvPr/>
            </p:nvSpPr>
            <p:spPr>
              <a:xfrm>
                <a:off x="11704320" y="320040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68E7F24-3E25-5256-8101-EE940720C9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320" y="3200400"/>
                <a:ext cx="731520" cy="7315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773C65D-CC83-A7DA-7BF6-222AD4C046E3}"/>
                  </a:ext>
                </a:extLst>
              </p:cNvPr>
              <p:cNvSpPr/>
              <p:nvPr/>
            </p:nvSpPr>
            <p:spPr>
              <a:xfrm>
                <a:off x="11704320" y="6492240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762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9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773C65D-CC83-A7DA-7BF6-222AD4C046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320" y="6492240"/>
                <a:ext cx="731520" cy="7315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762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42D550-ED77-EEFB-2604-14BF3DBD0BD0}"/>
              </a:ext>
            </a:extLst>
          </p:cNvPr>
          <p:cNvSpPr/>
          <p:nvPr/>
        </p:nvSpPr>
        <p:spPr>
          <a:xfrm>
            <a:off x="2377440" y="2286000"/>
            <a:ext cx="731520" cy="731520"/>
          </a:xfrm>
          <a:prstGeom prst="rect">
            <a:avLst/>
          </a:prstGeom>
          <a:solidFill>
            <a:schemeClr val="accent4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E12E9-FD10-0986-B948-4CC54DF66C1F}"/>
              </a:ext>
            </a:extLst>
          </p:cNvPr>
          <p:cNvSpPr/>
          <p:nvPr/>
        </p:nvSpPr>
        <p:spPr>
          <a:xfrm>
            <a:off x="3108960" y="2286000"/>
            <a:ext cx="731520" cy="731520"/>
          </a:xfrm>
          <a:prstGeom prst="rect">
            <a:avLst/>
          </a:prstGeom>
          <a:solidFill>
            <a:srgbClr val="FF0000"/>
          </a:solidFill>
          <a:ln w="7620" cap="flat">
            <a:solidFill>
              <a:srgbClr val="FF0000"/>
            </a:solidFill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90A449-20AE-4C47-56CF-82B787C928F3}"/>
              </a:ext>
            </a:extLst>
          </p:cNvPr>
          <p:cNvSpPr/>
          <p:nvPr/>
        </p:nvSpPr>
        <p:spPr>
          <a:xfrm>
            <a:off x="3840480" y="2286000"/>
            <a:ext cx="731520" cy="731520"/>
          </a:xfrm>
          <a:prstGeom prst="rect">
            <a:avLst/>
          </a:prstGeom>
          <a:solidFill>
            <a:srgbClr val="7030A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539B4-A8AF-6222-CED9-032300283511}"/>
              </a:ext>
            </a:extLst>
          </p:cNvPr>
          <p:cNvSpPr/>
          <p:nvPr/>
        </p:nvSpPr>
        <p:spPr>
          <a:xfrm>
            <a:off x="2377440" y="3017520"/>
            <a:ext cx="731520" cy="731520"/>
          </a:xfrm>
          <a:prstGeom prst="rect">
            <a:avLst/>
          </a:prstGeom>
          <a:solidFill>
            <a:srgbClr val="7030A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0FF4C9-634F-3CB9-8E4B-D09A8C34A198}"/>
              </a:ext>
            </a:extLst>
          </p:cNvPr>
          <p:cNvSpPr/>
          <p:nvPr/>
        </p:nvSpPr>
        <p:spPr>
          <a:xfrm>
            <a:off x="3108960" y="3017520"/>
            <a:ext cx="731520" cy="731520"/>
          </a:xfrm>
          <a:prstGeom prst="rect">
            <a:avLst/>
          </a:prstGeom>
          <a:solidFill>
            <a:schemeClr val="accent4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83B1DA-91C7-F93A-3D0D-288E5ECAC159}"/>
              </a:ext>
            </a:extLst>
          </p:cNvPr>
          <p:cNvSpPr/>
          <p:nvPr/>
        </p:nvSpPr>
        <p:spPr>
          <a:xfrm>
            <a:off x="3840480" y="3017520"/>
            <a:ext cx="731520" cy="731520"/>
          </a:xfrm>
          <a:prstGeom prst="rect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2469FD-E168-7394-2FC8-64F03DA9C4E1}"/>
              </a:ext>
            </a:extLst>
          </p:cNvPr>
          <p:cNvSpPr/>
          <p:nvPr/>
        </p:nvSpPr>
        <p:spPr>
          <a:xfrm>
            <a:off x="2377440" y="3749040"/>
            <a:ext cx="731520" cy="731520"/>
          </a:xfrm>
          <a:prstGeom prst="rect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BDAE8-2F2A-508F-252B-B3CB730FAE35}"/>
              </a:ext>
            </a:extLst>
          </p:cNvPr>
          <p:cNvSpPr/>
          <p:nvPr/>
        </p:nvSpPr>
        <p:spPr>
          <a:xfrm>
            <a:off x="3108960" y="3749040"/>
            <a:ext cx="731520" cy="731520"/>
          </a:xfrm>
          <a:prstGeom prst="rect">
            <a:avLst/>
          </a:prstGeom>
          <a:solidFill>
            <a:srgbClr val="7030A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8B05FDE-2265-0440-04A4-E94F75D489E4}"/>
              </a:ext>
            </a:extLst>
          </p:cNvPr>
          <p:cNvSpPr/>
          <p:nvPr/>
        </p:nvSpPr>
        <p:spPr>
          <a:xfrm>
            <a:off x="3840480" y="3749040"/>
            <a:ext cx="731520" cy="731520"/>
          </a:xfrm>
          <a:prstGeom prst="rect">
            <a:avLst/>
          </a:prstGeom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5CF31B-BD4F-8952-753C-D17C274AECE7}"/>
              </a:ext>
            </a:extLst>
          </p:cNvPr>
          <p:cNvSpPr/>
          <p:nvPr/>
        </p:nvSpPr>
        <p:spPr>
          <a:xfrm>
            <a:off x="1645920" y="2286000"/>
            <a:ext cx="731520" cy="73152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690545-12E0-C7B6-D547-E85B411E854C}"/>
              </a:ext>
            </a:extLst>
          </p:cNvPr>
          <p:cNvSpPr/>
          <p:nvPr/>
        </p:nvSpPr>
        <p:spPr>
          <a:xfrm>
            <a:off x="1645920" y="3017520"/>
            <a:ext cx="731520" cy="73152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BB9C8F-0667-A6A5-CF46-9BE5D1F9529A}"/>
              </a:ext>
            </a:extLst>
          </p:cNvPr>
          <p:cNvSpPr/>
          <p:nvPr/>
        </p:nvSpPr>
        <p:spPr>
          <a:xfrm>
            <a:off x="1645920" y="3749040"/>
            <a:ext cx="731520" cy="73152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8183BB-F66E-FDD9-4CED-A4CB6C4C2B94}"/>
              </a:ext>
            </a:extLst>
          </p:cNvPr>
          <p:cNvSpPr/>
          <p:nvPr/>
        </p:nvSpPr>
        <p:spPr>
          <a:xfrm>
            <a:off x="2377440" y="1554480"/>
            <a:ext cx="731520" cy="73152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9D75BB-5ABD-3BCD-6FC6-1239126CD3EC}"/>
              </a:ext>
            </a:extLst>
          </p:cNvPr>
          <p:cNvSpPr/>
          <p:nvPr/>
        </p:nvSpPr>
        <p:spPr>
          <a:xfrm>
            <a:off x="3108960" y="1554480"/>
            <a:ext cx="731520" cy="73152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6FDF6B-5B09-F4D3-06AA-B668061119E0}"/>
              </a:ext>
            </a:extLst>
          </p:cNvPr>
          <p:cNvSpPr/>
          <p:nvPr/>
        </p:nvSpPr>
        <p:spPr>
          <a:xfrm>
            <a:off x="3840480" y="1554480"/>
            <a:ext cx="731520" cy="731520"/>
          </a:xfrm>
          <a:prstGeom prst="rect">
            <a:avLst/>
          </a:prstGeom>
          <a:noFill/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1B5E55-1AA2-9260-2998-1894748FDE05}"/>
              </a:ext>
            </a:extLst>
          </p:cNvPr>
          <p:cNvCxnSpPr>
            <a:stCxn id="13" idx="6"/>
            <a:endCxn id="16" idx="2"/>
          </p:cNvCxnSpPr>
          <p:nvPr/>
        </p:nvCxnSpPr>
        <p:spPr>
          <a:xfrm>
            <a:off x="8595360" y="1188720"/>
            <a:ext cx="3108960" cy="0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5DC45D-1AC2-044D-AC22-A830221FDCA3}"/>
              </a:ext>
            </a:extLst>
          </p:cNvPr>
          <p:cNvCxnSpPr>
            <a:stCxn id="13" idx="6"/>
            <a:endCxn id="17" idx="2"/>
          </p:cNvCxnSpPr>
          <p:nvPr/>
        </p:nvCxnSpPr>
        <p:spPr>
          <a:xfrm>
            <a:off x="8595360" y="1188720"/>
            <a:ext cx="3108960" cy="237744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6C026B-E336-F284-3F08-ABCF98609F36}"/>
              </a:ext>
            </a:extLst>
          </p:cNvPr>
          <p:cNvCxnSpPr>
            <a:stCxn id="13" idx="6"/>
            <a:endCxn id="18" idx="2"/>
          </p:cNvCxnSpPr>
          <p:nvPr/>
        </p:nvCxnSpPr>
        <p:spPr>
          <a:xfrm>
            <a:off x="8595360" y="1188720"/>
            <a:ext cx="3108960" cy="5669280"/>
          </a:xfrm>
          <a:prstGeom prst="line">
            <a:avLst/>
          </a:prstGeom>
          <a:ln w="76200" cap="rnd">
            <a:solidFill>
              <a:srgbClr val="7030A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0A0AD5-E94A-B6E2-DD67-17AAC95D1369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 flipV="1">
            <a:off x="8595360" y="1188720"/>
            <a:ext cx="3108960" cy="2377440"/>
          </a:xfrm>
          <a:prstGeom prst="line">
            <a:avLst/>
          </a:prstGeom>
          <a:ln w="76200" cap="rnd">
            <a:solidFill>
              <a:srgbClr val="7030A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15F0F6D-66D6-F1B1-45AD-89F3198BE106}"/>
              </a:ext>
            </a:extLst>
          </p:cNvPr>
          <p:cNvCxnSpPr>
            <a:stCxn id="14" idx="6"/>
            <a:endCxn id="17" idx="2"/>
          </p:cNvCxnSpPr>
          <p:nvPr/>
        </p:nvCxnSpPr>
        <p:spPr>
          <a:xfrm>
            <a:off x="8595360" y="3566160"/>
            <a:ext cx="3108960" cy="0"/>
          </a:xfrm>
          <a:prstGeom prst="line">
            <a:avLst/>
          </a:prstGeom>
          <a:ln w="76200" cap="rnd">
            <a:solidFill>
              <a:schemeClr val="accent4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631A88-0F75-237B-AB31-A3FDEFC68802}"/>
              </a:ext>
            </a:extLst>
          </p:cNvPr>
          <p:cNvCxnSpPr>
            <a:stCxn id="14" idx="6"/>
            <a:endCxn id="18" idx="2"/>
          </p:cNvCxnSpPr>
          <p:nvPr/>
        </p:nvCxnSpPr>
        <p:spPr>
          <a:xfrm>
            <a:off x="8595360" y="3566160"/>
            <a:ext cx="3108960" cy="329184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77F5449-AC33-1BCC-804C-A212292207A4}"/>
              </a:ext>
            </a:extLst>
          </p:cNvPr>
          <p:cNvCxnSpPr>
            <a:stCxn id="15" idx="6"/>
            <a:endCxn id="16" idx="2"/>
          </p:cNvCxnSpPr>
          <p:nvPr/>
        </p:nvCxnSpPr>
        <p:spPr>
          <a:xfrm flipV="1">
            <a:off x="8595360" y="1188720"/>
            <a:ext cx="3108960" cy="566928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79DED7-418E-41F2-F716-EFF607161DD1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 flipV="1">
            <a:off x="8595360" y="3566160"/>
            <a:ext cx="3108960" cy="3291840"/>
          </a:xfrm>
          <a:prstGeom prst="line">
            <a:avLst/>
          </a:prstGeom>
          <a:ln w="76200" cap="rnd">
            <a:solidFill>
              <a:srgbClr val="7030A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3C0BA75-3040-E078-55B7-DC84055F0524}"/>
              </a:ext>
            </a:extLst>
          </p:cNvPr>
          <p:cNvSpPr txBox="1"/>
          <p:nvPr/>
        </p:nvSpPr>
        <p:spPr>
          <a:xfrm>
            <a:off x="6035040" y="3200400"/>
            <a:ext cx="1611467" cy="521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Ko có tím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B0719D-8753-70F4-7B91-7F9B5A3BE602}"/>
              </a:ext>
            </a:extLst>
          </p:cNvPr>
          <p:cNvSpPr txBox="1"/>
          <p:nvPr/>
        </p:nvSpPr>
        <p:spPr>
          <a:xfrm>
            <a:off x="12435840" y="5943600"/>
            <a:ext cx="1481624" cy="521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Ko có đỏ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82E4F8-25BB-B851-6292-659ED5302700}"/>
                  </a:ext>
                </a:extLst>
              </p:cNvPr>
              <p:cNvSpPr txBox="1"/>
              <p:nvPr/>
            </p:nvSpPr>
            <p:spPr>
              <a:xfrm>
                <a:off x="3108960" y="5760720"/>
                <a:ext cx="1461426" cy="521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82E4F8-25BB-B851-6292-659ED5302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960" y="5760720"/>
                <a:ext cx="1461426" cy="521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44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C4284-5515-F4D9-A423-62A294865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91440"/>
                <a:ext cx="8778240" cy="7132320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con chó, mỗi con thù với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/>
                  <a:t> con khác.</a:t>
                </a:r>
              </a:p>
              <a:p>
                <a:r>
                  <a:rPr lang="en-US"/>
                  <a:t>Chia làm 2 nhóm sao cho trong mỗi nhóm, mỗi con có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/>
                  <a:t> kẻ thù.</a:t>
                </a:r>
              </a:p>
              <a:p>
                <a:r>
                  <a:rPr lang="en-US"/>
                  <a:t>Chia bừa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con chó làm 2 nhóm</a:t>
                </a:r>
              </a:p>
              <a:p>
                <a:r>
                  <a:rPr lang="en-US"/>
                  <a:t>Một con chó được gọi là “khó chịu” nếu nó có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/>
                  <a:t> kẻ thù cùng nhóm.</a:t>
                </a:r>
              </a:p>
              <a:p>
                <a:r>
                  <a:rPr lang="en-US"/>
                  <a:t>Ý tưởng: Con nào “khó chịu” thì cho chuyển nhóm luôn và cứ làm như vậy cho tới khi không còn con “khó chịu” nữa.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C4284-5515-F4D9-A423-62A294865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91440"/>
                <a:ext cx="8778240" cy="7132320"/>
              </a:xfrm>
              <a:blipFill>
                <a:blip r:embed="rId2"/>
                <a:stretch>
                  <a:fillRect t="-1197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977F6C-AB0E-792A-056B-F874C614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36BAA4-75F6-18A2-A90E-44577A51E882}"/>
              </a:ext>
            </a:extLst>
          </p:cNvPr>
          <p:cNvSpPr/>
          <p:nvPr/>
        </p:nvSpPr>
        <p:spPr>
          <a:xfrm>
            <a:off x="9144000" y="822960"/>
            <a:ext cx="2560320" cy="4023360"/>
          </a:xfrm>
          <a:prstGeom prst="ellipse">
            <a:avLst/>
          </a:prstGeom>
          <a:solidFill>
            <a:schemeClr val="bg2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1B79B2-1065-1380-ED59-854DF7854FC9}"/>
              </a:ext>
            </a:extLst>
          </p:cNvPr>
          <p:cNvSpPr/>
          <p:nvPr/>
        </p:nvSpPr>
        <p:spPr>
          <a:xfrm>
            <a:off x="11887200" y="822960"/>
            <a:ext cx="2560320" cy="4023360"/>
          </a:xfrm>
          <a:prstGeom prst="ellipse">
            <a:avLst/>
          </a:prstGeom>
          <a:solidFill>
            <a:schemeClr val="accent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12A04F-FB82-AC62-C5D6-15628E58CA3C}"/>
              </a:ext>
            </a:extLst>
          </p:cNvPr>
          <p:cNvSpPr/>
          <p:nvPr/>
        </p:nvSpPr>
        <p:spPr>
          <a:xfrm>
            <a:off x="10644355" y="2640666"/>
            <a:ext cx="548640" cy="548640"/>
          </a:xfrm>
          <a:prstGeom prst="ellipse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247950-C4B5-2F83-EC15-F8140CB0AFC0}"/>
              </a:ext>
            </a:extLst>
          </p:cNvPr>
          <p:cNvSpPr/>
          <p:nvPr/>
        </p:nvSpPr>
        <p:spPr>
          <a:xfrm>
            <a:off x="9509760" y="1920240"/>
            <a:ext cx="548640" cy="548640"/>
          </a:xfrm>
          <a:prstGeom prst="ellipse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449DEC-EE47-59A8-40C9-8F0C6DC14883}"/>
              </a:ext>
            </a:extLst>
          </p:cNvPr>
          <p:cNvSpPr/>
          <p:nvPr/>
        </p:nvSpPr>
        <p:spPr>
          <a:xfrm>
            <a:off x="9692640" y="3749040"/>
            <a:ext cx="548640" cy="548640"/>
          </a:xfrm>
          <a:prstGeom prst="ellipse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90AF98-D71B-A975-6863-74CCBD4D67D0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9978054" y="2388534"/>
            <a:ext cx="746647" cy="332478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5FEB06-D94C-C363-A9FF-1983E22EEB78}"/>
              </a:ext>
            </a:extLst>
          </p:cNvPr>
          <p:cNvCxnSpPr>
            <a:stCxn id="8" idx="6"/>
            <a:endCxn id="6" idx="3"/>
          </p:cNvCxnSpPr>
          <p:nvPr/>
        </p:nvCxnSpPr>
        <p:spPr>
          <a:xfrm flipV="1">
            <a:off x="10241280" y="3108960"/>
            <a:ext cx="483421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E427AFB-8F95-E3EB-72D6-188FA217B758}"/>
              </a:ext>
            </a:extLst>
          </p:cNvPr>
          <p:cNvSpPr/>
          <p:nvPr/>
        </p:nvSpPr>
        <p:spPr>
          <a:xfrm>
            <a:off x="12984480" y="3200400"/>
            <a:ext cx="548640" cy="494852"/>
          </a:xfrm>
          <a:prstGeom prst="ellipse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A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1EE9845-D35F-F3A5-8097-DC2ACAA67381}"/>
              </a:ext>
            </a:extLst>
          </p:cNvPr>
          <p:cNvCxnSpPr>
            <a:cxnSpLocks/>
            <a:stCxn id="6" idx="0"/>
            <a:endCxn id="19" idx="0"/>
          </p:cNvCxnSpPr>
          <p:nvPr/>
        </p:nvCxnSpPr>
        <p:spPr>
          <a:xfrm rot="16200000" flipH="1">
            <a:off x="11808870" y="1750471"/>
            <a:ext cx="559734" cy="2340125"/>
          </a:xfrm>
          <a:prstGeom prst="curvedConnector3">
            <a:avLst>
              <a:gd name="adj1" fmla="val -40841"/>
            </a:avLst>
          </a:prstGeom>
          <a:ln w="76200" cap="rnd">
            <a:solidFill>
              <a:schemeClr val="tx1"/>
            </a:solidFill>
            <a:prstDash val="sysDot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7F3BE5A-C0FF-2C99-1394-0A281FDF8C07}"/>
              </a:ext>
            </a:extLst>
          </p:cNvPr>
          <p:cNvSpPr/>
          <p:nvPr/>
        </p:nvSpPr>
        <p:spPr>
          <a:xfrm>
            <a:off x="12984480" y="1554480"/>
            <a:ext cx="548640" cy="548640"/>
          </a:xfrm>
          <a:prstGeom prst="ellipse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31D6FA-6F6E-CFAB-CD08-08257A9F8064}"/>
              </a:ext>
            </a:extLst>
          </p:cNvPr>
          <p:cNvCxnSpPr>
            <a:cxnSpLocks/>
            <a:stCxn id="24" idx="4"/>
            <a:endCxn id="19" idx="0"/>
          </p:cNvCxnSpPr>
          <p:nvPr/>
        </p:nvCxnSpPr>
        <p:spPr>
          <a:xfrm>
            <a:off x="13258800" y="2103120"/>
            <a:ext cx="0" cy="109728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597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FC06-1846-4A2F-AB16-F82CF4DC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F077D-9C1A-5C06-4A62-35092AFDCB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91440"/>
                <a:ext cx="8778240" cy="7132320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US"/>
                  <a:t>Ý tưởng: Con nào “khó chịu” thì cho chuyển nhóm luôn và cứ làm như vậy cho tới khi không còn con “khó chịu” nữa.</a:t>
                </a:r>
              </a:p>
              <a:p>
                <a:r>
                  <a:rPr lang="en-US"/>
                  <a:t>Ký hiệu hàm thế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là số xung đột nội bộ giữa 2 con chó cùng 1 nhóm</a:t>
                </a:r>
              </a:p>
              <a:p>
                <a:r>
                  <a:rPr lang="en-US"/>
                  <a:t>Ban đầu, mỗi con thù với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/>
                  <a:t> con khác 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  <a:p>
                <a:r>
                  <a:rPr lang="en-US"/>
                  <a:t>Khi một con khó chịu chuyển nhóm,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giảm đi ít nhất 1.</a:t>
                </a:r>
              </a:p>
              <a:p>
                <a:r>
                  <a:rPr lang="en-US"/>
                  <a:t> Sau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lần chuyển nhóm thì không còn con chó nào khó chịu nữa  Đáp án.</a:t>
                </a:r>
              </a:p>
              <a:p>
                <a:r>
                  <a:rPr lang="en-US"/>
                  <a:t>Cài đặt: Sử dụng một hàng đợi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/>
                  <a:t> (vector, list, …) chứa các con chó. Tại mỗi bước lấy một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ra.</a:t>
                </a:r>
              </a:p>
              <a:p>
                <a:pPr lvl="1"/>
                <a:r>
                  <a:rPr lang="en-US"/>
                  <a:t>Nếu dễ chịu: Bỏ qua</a:t>
                </a:r>
              </a:p>
              <a:p>
                <a:pPr lvl="1"/>
                <a:r>
                  <a:rPr lang="en-US"/>
                  <a:t>Nếu khó chịu: Chuyển tập và đẩy những con chó bị khó chịu vì con A chuyển tới vào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/>
                  <a:t> (nếu chúng chưa có trong Q)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F077D-9C1A-5C06-4A62-35092AFDC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91440"/>
                <a:ext cx="8778240" cy="7132320"/>
              </a:xfrm>
              <a:blipFill>
                <a:blip r:embed="rId2"/>
                <a:stretch>
                  <a:fillRect t="-855" r="-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C463EE-906E-0AE7-6DE8-625A11E4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D1A061-0A68-51A6-2023-0ADB78A0CB1F}"/>
              </a:ext>
            </a:extLst>
          </p:cNvPr>
          <p:cNvSpPr/>
          <p:nvPr/>
        </p:nvSpPr>
        <p:spPr>
          <a:xfrm>
            <a:off x="9144000" y="822960"/>
            <a:ext cx="2560320" cy="4023360"/>
          </a:xfrm>
          <a:prstGeom prst="ellipse">
            <a:avLst/>
          </a:prstGeom>
          <a:solidFill>
            <a:schemeClr val="bg2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1DF8B3-2E53-AA5E-BC2D-2AD942982D6B}"/>
              </a:ext>
            </a:extLst>
          </p:cNvPr>
          <p:cNvSpPr/>
          <p:nvPr/>
        </p:nvSpPr>
        <p:spPr>
          <a:xfrm>
            <a:off x="11887200" y="822960"/>
            <a:ext cx="2560320" cy="4023360"/>
          </a:xfrm>
          <a:prstGeom prst="ellipse">
            <a:avLst/>
          </a:prstGeom>
          <a:solidFill>
            <a:schemeClr val="accent1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B81219-FD12-CAD8-AA42-9DA0A3AA9A65}"/>
              </a:ext>
            </a:extLst>
          </p:cNvPr>
          <p:cNvSpPr/>
          <p:nvPr/>
        </p:nvSpPr>
        <p:spPr>
          <a:xfrm>
            <a:off x="10644355" y="2640666"/>
            <a:ext cx="548640" cy="548640"/>
          </a:xfrm>
          <a:prstGeom prst="ellipse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4F28B3-65EC-8CFD-1F07-D25639D4CE48}"/>
              </a:ext>
            </a:extLst>
          </p:cNvPr>
          <p:cNvSpPr/>
          <p:nvPr/>
        </p:nvSpPr>
        <p:spPr>
          <a:xfrm>
            <a:off x="9509760" y="1920240"/>
            <a:ext cx="548640" cy="548640"/>
          </a:xfrm>
          <a:prstGeom prst="ellipse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1396F0-2434-9CD8-734D-9028DFBA4A0A}"/>
              </a:ext>
            </a:extLst>
          </p:cNvPr>
          <p:cNvSpPr/>
          <p:nvPr/>
        </p:nvSpPr>
        <p:spPr>
          <a:xfrm>
            <a:off x="9692640" y="3749040"/>
            <a:ext cx="548640" cy="548640"/>
          </a:xfrm>
          <a:prstGeom prst="ellipse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9AD0D5-BF12-524F-DEB7-D8ED4B889A5E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9978054" y="2388534"/>
            <a:ext cx="746647" cy="332478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6FCBB4-78AD-C600-D8C1-EBB7B8DF1636}"/>
              </a:ext>
            </a:extLst>
          </p:cNvPr>
          <p:cNvCxnSpPr>
            <a:stCxn id="8" idx="6"/>
            <a:endCxn id="6" idx="3"/>
          </p:cNvCxnSpPr>
          <p:nvPr/>
        </p:nvCxnSpPr>
        <p:spPr>
          <a:xfrm flipV="1">
            <a:off x="10241280" y="3108960"/>
            <a:ext cx="483421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0D1DAB97-D846-B952-1E7E-1B1AA18A6390}"/>
              </a:ext>
            </a:extLst>
          </p:cNvPr>
          <p:cNvSpPr/>
          <p:nvPr/>
        </p:nvSpPr>
        <p:spPr>
          <a:xfrm>
            <a:off x="12984480" y="3200400"/>
            <a:ext cx="548640" cy="494852"/>
          </a:xfrm>
          <a:prstGeom prst="ellipse">
            <a:avLst/>
          </a:prstGeom>
          <a:solidFill>
            <a:srgbClr val="FF0000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A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6DF73B98-B6F3-749D-4451-FD03F56DDAD8}"/>
              </a:ext>
            </a:extLst>
          </p:cNvPr>
          <p:cNvCxnSpPr>
            <a:cxnSpLocks/>
            <a:stCxn id="6" idx="0"/>
            <a:endCxn id="19" idx="0"/>
          </p:cNvCxnSpPr>
          <p:nvPr/>
        </p:nvCxnSpPr>
        <p:spPr>
          <a:xfrm rot="16200000" flipH="1">
            <a:off x="11808870" y="1750471"/>
            <a:ext cx="559734" cy="2340125"/>
          </a:xfrm>
          <a:prstGeom prst="curvedConnector3">
            <a:avLst>
              <a:gd name="adj1" fmla="val -40841"/>
            </a:avLst>
          </a:prstGeom>
          <a:ln w="76200" cap="rnd">
            <a:solidFill>
              <a:schemeClr val="tx1"/>
            </a:solidFill>
            <a:prstDash val="sysDot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56F0A51-0A2B-CF59-AE80-F7F5A09B13C7}"/>
              </a:ext>
            </a:extLst>
          </p:cNvPr>
          <p:cNvSpPr/>
          <p:nvPr/>
        </p:nvSpPr>
        <p:spPr>
          <a:xfrm>
            <a:off x="12984480" y="1554480"/>
            <a:ext cx="548640" cy="548640"/>
          </a:xfrm>
          <a:prstGeom prst="ellipse">
            <a:avLst/>
          </a:prstGeom>
          <a:solidFill>
            <a:schemeClr val="accent3"/>
          </a:solidFill>
          <a:ln w="762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B5FB54-8A02-F0BF-7A35-C2E9A185B55A}"/>
              </a:ext>
            </a:extLst>
          </p:cNvPr>
          <p:cNvCxnSpPr>
            <a:cxnSpLocks/>
            <a:stCxn id="24" idx="4"/>
            <a:endCxn id="19" idx="0"/>
          </p:cNvCxnSpPr>
          <p:nvPr/>
        </p:nvCxnSpPr>
        <p:spPr>
          <a:xfrm>
            <a:off x="13258800" y="2103120"/>
            <a:ext cx="0" cy="109728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046033-6465-D962-8C53-A9D4C6BB88D1}"/>
                  </a:ext>
                </a:extLst>
              </p:cNvPr>
              <p:cNvSpPr txBox="1"/>
              <p:nvPr/>
            </p:nvSpPr>
            <p:spPr>
              <a:xfrm>
                <a:off x="9509760" y="5029200"/>
                <a:ext cx="1652568" cy="950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giảm đi</a:t>
                </a:r>
              </a:p>
              <a:p>
                <a:r>
                  <a:rPr lang="en-US"/>
                  <a:t>ít nhất 2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046033-6465-D962-8C53-A9D4C6BB8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5029200"/>
                <a:ext cx="1652568" cy="950773"/>
              </a:xfrm>
              <a:prstGeom prst="rect">
                <a:avLst/>
              </a:prstGeom>
              <a:blipFill>
                <a:blip r:embed="rId3"/>
                <a:stretch>
                  <a:fillRect l="-7380" t="-6410" r="-627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A2EDEB-2BE2-65A5-FEDC-E6664F54ED73}"/>
                  </a:ext>
                </a:extLst>
              </p:cNvPr>
              <p:cNvSpPr txBox="1"/>
              <p:nvPr/>
            </p:nvSpPr>
            <p:spPr>
              <a:xfrm>
                <a:off x="12435840" y="5029200"/>
                <a:ext cx="2101857" cy="950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tăng lên</a:t>
                </a:r>
              </a:p>
              <a:p>
                <a:r>
                  <a:rPr lang="en-US"/>
                  <a:t>nhiều nhất 1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A2EDEB-2BE2-65A5-FEDC-E6664F54E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0" y="5029200"/>
                <a:ext cx="2101857" cy="950773"/>
              </a:xfrm>
              <a:prstGeom prst="rect">
                <a:avLst/>
              </a:prstGeom>
              <a:blipFill>
                <a:blip r:embed="rId4"/>
                <a:stretch>
                  <a:fillRect l="-5797" t="-6410" r="-463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65717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Hoang">
      <a:dk1>
        <a:srgbClr val="000000"/>
      </a:dk1>
      <a:lt1>
        <a:sysClr val="window" lastClr="FFFFFF"/>
      </a:lt1>
      <a:dk2>
        <a:srgbClr val="0000BC"/>
      </a:dk2>
      <a:lt2>
        <a:srgbClr val="FFFFBC"/>
      </a:lt2>
      <a:accent1>
        <a:srgbClr val="80E0FF"/>
      </a:accent1>
      <a:accent2>
        <a:srgbClr val="FFD700"/>
      </a:accent2>
      <a:accent3>
        <a:srgbClr val="89FFBC"/>
      </a:accent3>
      <a:accent4>
        <a:srgbClr val="006000"/>
      </a:accent4>
      <a:accent5>
        <a:srgbClr val="4D4D4D"/>
      </a:accent5>
      <a:accent6>
        <a:srgbClr val="BCBCBC"/>
      </a:accent6>
      <a:hlink>
        <a:srgbClr val="0000FF"/>
      </a:hlink>
      <a:folHlink>
        <a:srgbClr val="800080"/>
      </a:folHlink>
    </a:clrScheme>
    <a:fontScheme name="HoangDoc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7620" cap="flat">
          <a:noFill/>
          <a:prstDash val="solid"/>
          <a:miter/>
        </a:ln>
        <a:scene3d>
          <a:camera prst="orthographicFront"/>
          <a:lightRig rig="soft" dir="t">
            <a:rot lat="0" lon="0" rev="18900000"/>
          </a:lightRig>
        </a:scene3d>
        <a:sp3d prstMaterial="metal">
          <a:bevelT w="127000" h="50800" prst="relaxedInset"/>
        </a:sp3d>
      </a:spPr>
      <a:bodyPr wrap="none" lIns="0" tIns="0" rIns="0" bIns="0" rtlCol="0" anchor="ctr">
        <a:noAutofit/>
      </a:bodyPr>
      <a:lstStyle>
        <a:defPPr algn="ctr">
          <a:defRPr sz="2800" smtClean="0"/>
        </a:defPPr>
      </a:lstStyle>
    </a:spDef>
    <a:lnDef>
      <a:spPr>
        <a:ln w="76200" cap="rnd">
          <a:solidFill>
            <a:schemeClr val="tx1"/>
          </a:solidFill>
          <a:prstDash val="solid"/>
          <a:headEnd type="none"/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Hoang">
      <a:dk1>
        <a:srgbClr val="000000"/>
      </a:dk1>
      <a:lt1>
        <a:sysClr val="window" lastClr="FFFFFF"/>
      </a:lt1>
      <a:dk2>
        <a:srgbClr val="0000A0"/>
      </a:dk2>
      <a:lt2>
        <a:srgbClr val="FFFF80"/>
      </a:lt2>
      <a:accent1>
        <a:srgbClr val="80E0FF"/>
      </a:accent1>
      <a:accent2>
        <a:srgbClr val="FFD700"/>
      </a:accent2>
      <a:accent3>
        <a:srgbClr val="60FF80"/>
      </a:accent3>
      <a:accent4>
        <a:srgbClr val="008000"/>
      </a:accent4>
      <a:accent5>
        <a:srgbClr val="606060"/>
      </a:accent5>
      <a:accent6>
        <a:srgbClr val="FF0000"/>
      </a:accent6>
      <a:hlink>
        <a:srgbClr val="0000FF"/>
      </a:hlink>
      <a:folHlink>
        <a:srgbClr val="800080"/>
      </a:folHlink>
    </a:clrScheme>
    <a:fontScheme name="Hoang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3298</TotalTime>
  <Words>1759</Words>
  <Application>Microsoft Office PowerPoint</Application>
  <PresentationFormat>Custom</PresentationFormat>
  <Paragraphs>236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Wingdings 2</vt:lpstr>
      <vt:lpstr>Cambria</vt:lpstr>
      <vt:lpstr>Cambria Math</vt:lpstr>
      <vt:lpstr>Wingdings</vt:lpstr>
      <vt:lpstr>LMHMono</vt:lpstr>
      <vt:lpstr>Calibri</vt:lpstr>
      <vt:lpstr>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Working</dc:creator>
  <cp:lastModifiedBy>Minh Hoang LE</cp:lastModifiedBy>
  <cp:revision>19</cp:revision>
  <dcterms:created xsi:type="dcterms:W3CDTF">2014-08-28T21:57:33Z</dcterms:created>
  <dcterms:modified xsi:type="dcterms:W3CDTF">2025-08-06T15:01:44Z</dcterms:modified>
</cp:coreProperties>
</file>